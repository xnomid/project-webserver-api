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12"/>
  </p:notesMasterIdLst>
  <p:handoutMasterIdLst>
    <p:handoutMasterId r:id="rId13"/>
  </p:handoutMasterIdLst>
  <p:sldIdLst>
    <p:sldId id="272" r:id="rId2"/>
    <p:sldId id="273" r:id="rId3"/>
    <p:sldId id="274" r:id="rId4"/>
    <p:sldId id="275" r:id="rId5"/>
    <p:sldId id="276" r:id="rId6"/>
    <p:sldId id="277" r:id="rId7"/>
    <p:sldId id="280" r:id="rId8"/>
    <p:sldId id="281" r:id="rId9"/>
    <p:sldId id="279" r:id="rId10"/>
    <p:sldId id="278" r:id="rId11"/>
  </p:sldIdLst>
  <p:sldSz cx="12192000" cy="6858000"/>
  <p:notesSz cx="6858000" cy="9144000"/>
  <p:defaultTextStyle>
    <a:defPPr rtl="0"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8799B23B-EC83-4686-B30A-512413B5E67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4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174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8" d="100"/>
          <a:sy n="88" d="100"/>
        </p:scale>
        <p:origin x="3072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120C13-2514-4D9C-8D4B-A10DA4FFD5A1}" type="datetime1">
              <a:rPr lang="ru-RU" smtClean="0"/>
              <a:t>03.05.2026</a:t>
            </a:fld>
            <a:endParaRPr lang="ru-RU" dirty="0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BCC122-5347-4C75-98DE-0F72C4F2551C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7606124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ru-RU" noProof="0" dirty="0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B67CA5-ECF1-43FF-A31E-6BD9B21B57BB}" type="datetime1">
              <a:rPr lang="ru-RU" smtClean="0"/>
              <a:pPr/>
              <a:t>03.05.2026</a:t>
            </a:fld>
            <a:endParaRPr lang="ru-RU" dirty="0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ru-RU" noProof="0" dirty="0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ru-RU" noProof="0" dirty="0"/>
              <a:t>Образец текста</a:t>
            </a:r>
          </a:p>
          <a:p>
            <a:pPr lvl="1" rtl="0"/>
            <a:r>
              <a:rPr lang="ru-RU" noProof="0" dirty="0"/>
              <a:t>Второй уровень</a:t>
            </a:r>
          </a:p>
          <a:p>
            <a:pPr lvl="2" rtl="0"/>
            <a:r>
              <a:rPr lang="ru-RU" noProof="0" dirty="0"/>
              <a:t>Третий уровень</a:t>
            </a:r>
          </a:p>
          <a:p>
            <a:pPr lvl="3" rtl="0"/>
            <a:r>
              <a:rPr lang="ru-RU" noProof="0" dirty="0"/>
              <a:t>Четвертый уровень</a:t>
            </a:r>
          </a:p>
          <a:p>
            <a:pPr lvl="4" rtl="0"/>
            <a:r>
              <a:rPr lang="ru-RU" noProof="0" dirty="0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ru-RU" noProof="0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893B0CF2-7F87-4E02-A248-870047730F99}" type="slidenum">
              <a:rPr lang="ru-RU" noProof="0" smtClean="0"/>
              <a:t>‹#›</a:t>
            </a:fld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36149813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893B0CF2-7F87-4E02-A248-870047730F99}" type="slidenum">
              <a:rPr lang="ru-RU" smtClean="0"/>
              <a:t>1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9513388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93B0CF2-7F87-4E02-A248-870047730F99}" type="slidenum">
              <a:rPr lang="ru-RU" smtClean="0"/>
              <a:t>2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9836253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93B0CF2-7F87-4E02-A248-870047730F99}" type="slidenum">
              <a:rPr lang="ru-RU" smtClean="0"/>
              <a:t>3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9958004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93B0CF2-7F87-4E02-A248-870047730F99}" type="slidenum">
              <a:rPr lang="ru-RU" smtClean="0"/>
              <a:t>4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397260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93B0CF2-7F87-4E02-A248-870047730F99}" type="slidenum">
              <a:rPr lang="ru-RU" smtClean="0"/>
              <a:t>5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887845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93B0CF2-7F87-4E02-A248-870047730F99}" type="slidenum">
              <a:rPr lang="ru-RU" smtClean="0"/>
              <a:t>6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917671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93B0CF2-7F87-4E02-A248-870047730F99}" type="slidenum">
              <a:rPr lang="ru-RU" smtClean="0"/>
              <a:t>9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2239899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93B0CF2-7F87-4E02-A248-870047730F99}" type="slidenum">
              <a:rPr lang="ru-RU" smtClean="0"/>
              <a:t>10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23002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Группа 9"/>
          <p:cNvGrpSpPr/>
          <p:nvPr/>
        </p:nvGrpSpPr>
        <p:grpSpPr>
          <a:xfrm>
            <a:off x="0" y="6208894"/>
            <a:ext cx="12192000" cy="649106"/>
            <a:chOff x="0" y="6208894"/>
            <a:chExt cx="12192000" cy="649106"/>
          </a:xfrm>
        </p:grpSpPr>
        <p:sp>
          <p:nvSpPr>
            <p:cNvPr id="2" name="Прямоугольник 1"/>
            <p:cNvSpPr/>
            <p:nvPr/>
          </p:nvSpPr>
          <p:spPr>
            <a:xfrm>
              <a:off x="3048" y="6220178"/>
              <a:ext cx="12188952" cy="637822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cxnSp>
          <p:nvCxnSpPr>
            <p:cNvPr id="7" name="Прямая соединительная линия 6"/>
            <p:cNvCxnSpPr/>
            <p:nvPr/>
          </p:nvCxnSpPr>
          <p:spPr>
            <a:xfrm>
              <a:off x="0" y="6208894"/>
              <a:ext cx="12192000" cy="0"/>
            </a:xfrm>
            <a:prstGeom prst="line">
              <a:avLst/>
            </a:prstGeom>
            <a:ln w="127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" name="Прямая соединительная линия 4"/>
          <p:cNvCxnSpPr/>
          <p:nvPr userDrawn="1"/>
        </p:nvCxnSpPr>
        <p:spPr>
          <a:xfrm flipV="1">
            <a:off x="3048" y="5937956"/>
            <a:ext cx="8241" cy="564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Прямая соединительная линия 10"/>
          <p:cNvCxnSpPr/>
          <p:nvPr userDrawn="1"/>
        </p:nvCxnSpPr>
        <p:spPr>
          <a:xfrm flipV="1">
            <a:off x="3048" y="5937956"/>
            <a:ext cx="8241" cy="564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Заголовок 8"/>
          <p:cNvSpPr>
            <a:spLocks noGrp="1"/>
          </p:cNvSpPr>
          <p:nvPr>
            <p:ph type="ctrTitle"/>
          </p:nvPr>
        </p:nvSpPr>
        <p:spPr>
          <a:xfrm>
            <a:off x="711200" y="1371600"/>
            <a:ext cx="10468864" cy="1828800"/>
          </a:xfrm>
          <a:ln>
            <a:noFill/>
          </a:ln>
        </p:spPr>
        <p:txBody>
          <a:bodyPr vert="horz" tIns="0" rIns="18288" bIns="0" rtlCol="0" anchor="b">
            <a:normAutofit/>
            <a:scene3d>
              <a:camera prst="orthographicFront"/>
              <a:lightRig rig="freezing" dir="t">
                <a:rot lat="0" lon="0" rev="5640000"/>
              </a:lightRig>
            </a:scene3d>
            <a:sp3d prstMaterial="flat">
              <a:bevelT w="38100" h="38100"/>
              <a:contourClr>
                <a:schemeClr val="tx2"/>
              </a:contourClr>
            </a:sp3d>
          </a:bodyPr>
          <a:lstStyle>
            <a:lvl1pPr algn="r" rtl="0">
              <a:spcBef>
                <a:spcPct val="0"/>
              </a:spcBef>
              <a:buNone/>
              <a:defRPr sz="5600" b="1">
                <a:ln>
                  <a:noFill/>
                </a:ln>
                <a:solidFill>
                  <a:schemeClr val="tx2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ru-RU" noProof="0"/>
              <a:t>Образец заголовка</a:t>
            </a:r>
            <a:endParaRPr kumimoji="0" lang="ru-RU" noProof="0" dirty="0"/>
          </a:p>
        </p:txBody>
      </p:sp>
      <p:sp>
        <p:nvSpPr>
          <p:cNvPr id="17" name="Подзаголовок 16"/>
          <p:cNvSpPr>
            <a:spLocks noGrp="1"/>
          </p:cNvSpPr>
          <p:nvPr>
            <p:ph type="subTitle" idx="1"/>
          </p:nvPr>
        </p:nvSpPr>
        <p:spPr>
          <a:xfrm>
            <a:off x="711200" y="3228536"/>
            <a:ext cx="10472928" cy="1752600"/>
          </a:xfrm>
        </p:spPr>
        <p:txBody>
          <a:bodyPr lIns="0" rIns="18288" rtlCol="0"/>
          <a:lstStyle>
            <a:lvl1pPr marL="0" marR="45720" indent="0" algn="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pPr rtl="0"/>
            <a:r>
              <a:rPr lang="ru-RU" noProof="0"/>
              <a:t>Образец подзаголовка</a:t>
            </a:r>
            <a:endParaRPr kumimoji="0" lang="ru-RU" noProof="0" dirty="0"/>
          </a:p>
        </p:txBody>
      </p:sp>
      <p:sp>
        <p:nvSpPr>
          <p:cNvPr id="30" name="Дата 29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1042E67-0227-4BC3-82B0-5759BC2EE067}" type="datetime1">
              <a:rPr lang="ru-RU" noProof="0" smtClean="0"/>
              <a:t>03.05.2026</a:t>
            </a:fld>
            <a:endParaRPr lang="ru-RU" noProof="0" dirty="0"/>
          </a:p>
        </p:txBody>
      </p:sp>
      <p:sp>
        <p:nvSpPr>
          <p:cNvPr id="19" name="Нижний колонтитул 18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ru-RU" noProof="0" dirty="0"/>
              <a:t>Добавить нижний колонтитул</a:t>
            </a:r>
          </a:p>
        </p:txBody>
      </p:sp>
      <p:sp>
        <p:nvSpPr>
          <p:cNvPr id="27" name="Номер слайда 2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01CF334-2D5C-4859-84A6-CA7E6E43FAEB}" type="slidenum">
              <a:rPr lang="ru-RU" noProof="0" smtClean="0"/>
              <a:t>‹#›</a:t>
            </a:fld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29808200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ru-RU" noProof="0"/>
              <a:t>Образец заголовка</a:t>
            </a:r>
            <a:endParaRPr kumimoji="0" lang="ru-RU" noProof="0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 rtlCol="0"/>
          <a:lstStyle/>
          <a:p>
            <a:pPr lvl="0" rtl="0" eaLnBrk="1" latinLnBrk="0" hangingPunct="1"/>
            <a:r>
              <a:rPr lang="ru-RU" noProof="0"/>
              <a:t>Образец текста</a:t>
            </a:r>
          </a:p>
          <a:p>
            <a:pPr lvl="1" rtl="0" eaLnBrk="1" latinLnBrk="0" hangingPunct="1"/>
            <a:r>
              <a:rPr lang="ru-RU" noProof="0"/>
              <a:t>Второй уровень</a:t>
            </a:r>
          </a:p>
          <a:p>
            <a:pPr lvl="2" rtl="0" eaLnBrk="1" latinLnBrk="0" hangingPunct="1"/>
            <a:r>
              <a:rPr lang="ru-RU" noProof="0"/>
              <a:t>Третий уровень</a:t>
            </a:r>
          </a:p>
          <a:p>
            <a:pPr lvl="3" rtl="0" eaLnBrk="1" latinLnBrk="0" hangingPunct="1"/>
            <a:r>
              <a:rPr lang="ru-RU" noProof="0"/>
              <a:t>Четвертый уровень</a:t>
            </a:r>
          </a:p>
          <a:p>
            <a:pPr lvl="4" rtl="0" eaLnBrk="1" latinLnBrk="0" hangingPunct="1"/>
            <a:r>
              <a:rPr lang="ru-RU" noProof="0"/>
              <a:t>Пятый уровень</a:t>
            </a:r>
            <a:endParaRPr kumimoji="0" lang="ru-RU" noProof="0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6CDEFBE7-4C1B-4778-8B46-649E4193A0B2}" type="datetime1">
              <a:rPr lang="ru-RU" noProof="0" smtClean="0"/>
              <a:t>03.05.2026</a:t>
            </a:fld>
            <a:endParaRPr lang="ru-RU" noProof="0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ru-RU" noProof="0" dirty="0"/>
              <a:t>Добавить нижний колонтитул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01CF334-2D5C-4859-84A6-CA7E6E43FAEB}" type="slidenum">
              <a:rPr lang="ru-RU" noProof="0" smtClean="0"/>
              <a:t>‹#›</a:t>
            </a:fld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14816821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07136" y="1316736"/>
            <a:ext cx="10363200" cy="1362456"/>
          </a:xfrm>
          <a:ln>
            <a:noFill/>
          </a:ln>
        </p:spPr>
        <p:txBody>
          <a:bodyPr vert="horz" tIns="0" bIns="0" rtlCol="0" anchor="b">
            <a:noAutofit/>
            <a:scene3d>
              <a:camera prst="orthographicFront"/>
              <a:lightRig rig="freezing" dir="t">
                <a:rot lat="0" lon="0" rev="5640000"/>
              </a:lightRig>
            </a:scene3d>
            <a:sp3d prstMaterial="flat">
              <a:bevelT w="38100" h="38100"/>
            </a:sp3d>
          </a:bodyPr>
          <a:lstStyle>
            <a:lvl1pPr algn="l" rtl="0">
              <a:spcBef>
                <a:spcPct val="0"/>
              </a:spcBef>
              <a:buNone/>
              <a:defRPr lang="en-US" sz="5600" b="1" cap="none" baseline="0" dirty="0">
                <a:ln w="635">
                  <a:noFill/>
                </a:ln>
                <a:solidFill>
                  <a:schemeClr val="tx2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ru-RU" noProof="0"/>
              <a:t>Образец заголовка</a:t>
            </a:r>
            <a:endParaRPr kumimoji="0" lang="ru-RU" noProof="0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07136" y="2704664"/>
            <a:ext cx="10363200" cy="1509712"/>
          </a:xfrm>
        </p:spPr>
        <p:txBody>
          <a:bodyPr lIns="45720" rIns="45720" rtlCol="0" anchor="t"/>
          <a:lstStyle>
            <a:lvl1pPr marL="0" indent="0">
              <a:buNone/>
              <a:defRPr sz="2200">
                <a:solidFill>
                  <a:schemeClr val="tx1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rtl="0" eaLnBrk="1" latinLnBrk="0" hangingPunct="1"/>
            <a:r>
              <a:rPr lang="ru-RU" noProof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F8CCFD91-7790-4468-A129-07AFFDDBA1C7}" type="datetime1">
              <a:rPr lang="ru-RU" noProof="0" smtClean="0"/>
              <a:t>03.05.2026</a:t>
            </a:fld>
            <a:endParaRPr lang="ru-RU" noProof="0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ru-RU" noProof="0" dirty="0"/>
              <a:t>Добавить нижний колонтитул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01CF334-2D5C-4859-84A6-CA7E6E43FAEB}" type="slidenum">
              <a:rPr lang="ru-RU" noProof="0" smtClean="0"/>
              <a:t>‹#›</a:t>
            </a:fld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3531933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09600" y="704088"/>
            <a:ext cx="10972800" cy="1143000"/>
          </a:xfrm>
        </p:spPr>
        <p:txBody>
          <a:bodyPr rtlCol="0"/>
          <a:lstStyle/>
          <a:p>
            <a:pPr rtl="0"/>
            <a:r>
              <a:rPr lang="ru-RU" noProof="0"/>
              <a:t>Образец заголовка</a:t>
            </a:r>
            <a:endParaRPr kumimoji="0" lang="ru-RU" noProof="0" dirty="0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609600" y="1920085"/>
            <a:ext cx="5384800" cy="4434840"/>
          </a:xfrm>
        </p:spPr>
        <p:txBody>
          <a:bodyPr rtlCol="0"/>
          <a:lstStyle>
            <a:lvl1pPr>
              <a:defRPr sz="26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 rtl="0" eaLnBrk="1" latinLnBrk="0" hangingPunct="1"/>
            <a:r>
              <a:rPr lang="ru-RU" noProof="0"/>
              <a:t>Образец текста</a:t>
            </a:r>
          </a:p>
          <a:p>
            <a:pPr lvl="1" rtl="0" eaLnBrk="1" latinLnBrk="0" hangingPunct="1"/>
            <a:r>
              <a:rPr lang="ru-RU" noProof="0"/>
              <a:t>Второй уровень</a:t>
            </a:r>
          </a:p>
          <a:p>
            <a:pPr lvl="2" rtl="0" eaLnBrk="1" latinLnBrk="0" hangingPunct="1"/>
            <a:r>
              <a:rPr lang="ru-RU" noProof="0"/>
              <a:t>Третий уровень</a:t>
            </a:r>
          </a:p>
          <a:p>
            <a:pPr lvl="3" rtl="0" eaLnBrk="1" latinLnBrk="0" hangingPunct="1"/>
            <a:r>
              <a:rPr lang="ru-RU" noProof="0"/>
              <a:t>Четвертый уровень</a:t>
            </a:r>
          </a:p>
          <a:p>
            <a:pPr lvl="4" rtl="0" eaLnBrk="1" latinLnBrk="0" hangingPunct="1"/>
            <a:r>
              <a:rPr lang="ru-RU" noProof="0"/>
              <a:t>Пятый уровень</a:t>
            </a:r>
            <a:endParaRPr kumimoji="0" lang="ru-RU" noProof="0" dirty="0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97600" y="1920085"/>
            <a:ext cx="5384800" cy="4434840"/>
          </a:xfrm>
        </p:spPr>
        <p:txBody>
          <a:bodyPr rtlCol="0"/>
          <a:lstStyle>
            <a:lvl1pPr>
              <a:defRPr sz="26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 rtl="0" eaLnBrk="1" latinLnBrk="0" hangingPunct="1"/>
            <a:r>
              <a:rPr lang="ru-RU" noProof="0"/>
              <a:t>Образец текста</a:t>
            </a:r>
          </a:p>
          <a:p>
            <a:pPr lvl="1" rtl="0" eaLnBrk="1" latinLnBrk="0" hangingPunct="1"/>
            <a:r>
              <a:rPr lang="ru-RU" noProof="0"/>
              <a:t>Второй уровень</a:t>
            </a:r>
          </a:p>
          <a:p>
            <a:pPr lvl="2" rtl="0" eaLnBrk="1" latinLnBrk="0" hangingPunct="1"/>
            <a:r>
              <a:rPr lang="ru-RU" noProof="0"/>
              <a:t>Третий уровень</a:t>
            </a:r>
          </a:p>
          <a:p>
            <a:pPr lvl="3" rtl="0" eaLnBrk="1" latinLnBrk="0" hangingPunct="1"/>
            <a:r>
              <a:rPr lang="ru-RU" noProof="0"/>
              <a:t>Четвертый уровень</a:t>
            </a:r>
          </a:p>
          <a:p>
            <a:pPr lvl="4" rtl="0" eaLnBrk="1" latinLnBrk="0" hangingPunct="1"/>
            <a:r>
              <a:rPr lang="ru-RU" noProof="0"/>
              <a:t>Пятый уровень</a:t>
            </a:r>
            <a:endParaRPr kumimoji="0" lang="ru-RU" noProof="0" dirty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5CE41293-93E0-46D4-A151-C6BFE1D839E4}" type="datetime1">
              <a:rPr lang="ru-RU" noProof="0" smtClean="0"/>
              <a:t>03.05.2026</a:t>
            </a:fld>
            <a:endParaRPr lang="ru-RU" noProof="0" dirty="0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ru-RU" noProof="0" dirty="0"/>
              <a:t>Добавить нижний колонтитул</a:t>
            </a: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01CF334-2D5C-4859-84A6-CA7E6E43FAEB}" type="slidenum">
              <a:rPr lang="ru-RU" noProof="0" smtClean="0"/>
              <a:t>‹#›</a:t>
            </a:fld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1090186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09600" y="704088"/>
            <a:ext cx="10972800" cy="1143000"/>
          </a:xfrm>
        </p:spPr>
        <p:txBody>
          <a:bodyPr tIns="45720" rtlCol="0" anchor="b"/>
          <a:lstStyle>
            <a:lvl1pPr>
              <a:defRPr/>
            </a:lvl1pPr>
          </a:lstStyle>
          <a:p>
            <a:pPr rtl="0"/>
            <a:r>
              <a:rPr lang="ru-RU" noProof="0"/>
              <a:t>Образец заголовка</a:t>
            </a:r>
            <a:endParaRPr kumimoji="0" lang="ru-RU" noProof="0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609600" y="1855248"/>
            <a:ext cx="5386917" cy="659352"/>
          </a:xfrm>
        </p:spPr>
        <p:txBody>
          <a:bodyPr lIns="45720" tIns="0" rIns="45720" bIns="0" rtlCol="0" anchor="ctr">
            <a:noAutofit/>
          </a:bodyPr>
          <a:lstStyle>
            <a:lvl1pPr marL="0" indent="0">
              <a:buNone/>
              <a:defRPr sz="2400" b="1" cap="none" baseline="0">
                <a:solidFill>
                  <a:schemeClr val="tx1"/>
                </a:solidFill>
                <a:effectLst/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rtl="0" eaLnBrk="1" latinLnBrk="0" hangingPunct="1"/>
            <a:r>
              <a:rPr lang="ru-RU" noProof="0"/>
              <a:t>Образец текста</a:t>
            </a:r>
          </a:p>
        </p:txBody>
      </p:sp>
      <p:sp>
        <p:nvSpPr>
          <p:cNvPr id="5" name="Объект 4"/>
          <p:cNvSpPr>
            <a:spLocks noGrp="1"/>
          </p:cNvSpPr>
          <p:nvPr>
            <p:ph sz="quarter" idx="2"/>
          </p:nvPr>
        </p:nvSpPr>
        <p:spPr>
          <a:xfrm>
            <a:off x="609600" y="2514600"/>
            <a:ext cx="5386917" cy="3845720"/>
          </a:xfrm>
        </p:spPr>
        <p:txBody>
          <a:bodyPr tIns="0" rtlCol="0"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rtl="0" eaLnBrk="1" latinLnBrk="0" hangingPunct="1"/>
            <a:r>
              <a:rPr lang="ru-RU" noProof="0"/>
              <a:t>Образец текста</a:t>
            </a:r>
          </a:p>
          <a:p>
            <a:pPr lvl="1" rtl="0" eaLnBrk="1" latinLnBrk="0" hangingPunct="1"/>
            <a:r>
              <a:rPr lang="ru-RU" noProof="0"/>
              <a:t>Второй уровень</a:t>
            </a:r>
          </a:p>
          <a:p>
            <a:pPr lvl="2" rtl="0" eaLnBrk="1" latinLnBrk="0" hangingPunct="1"/>
            <a:r>
              <a:rPr lang="ru-RU" noProof="0"/>
              <a:t>Третий уровень</a:t>
            </a:r>
          </a:p>
          <a:p>
            <a:pPr lvl="3" rtl="0" eaLnBrk="1" latinLnBrk="0" hangingPunct="1"/>
            <a:r>
              <a:rPr lang="ru-RU" noProof="0"/>
              <a:t>Четвертый уровень</a:t>
            </a:r>
          </a:p>
          <a:p>
            <a:pPr lvl="4" rtl="0" eaLnBrk="1" latinLnBrk="0" hangingPunct="1"/>
            <a:r>
              <a:rPr lang="ru-RU" noProof="0"/>
              <a:t>Пятый уровень</a:t>
            </a:r>
            <a:endParaRPr kumimoji="0" lang="ru-RU" noProof="0" dirty="0"/>
          </a:p>
        </p:txBody>
      </p:sp>
      <p:sp>
        <p:nvSpPr>
          <p:cNvPr id="4" name="Текст 3"/>
          <p:cNvSpPr>
            <a:spLocks noGrp="1"/>
          </p:cNvSpPr>
          <p:nvPr>
            <p:ph type="body" sz="half" idx="3"/>
          </p:nvPr>
        </p:nvSpPr>
        <p:spPr>
          <a:xfrm>
            <a:off x="6193368" y="1859758"/>
            <a:ext cx="5389033" cy="654843"/>
          </a:xfrm>
        </p:spPr>
        <p:txBody>
          <a:bodyPr lIns="45720" tIns="0" rIns="45720" bIns="0" rtlCol="0" anchor="ctr"/>
          <a:lstStyle>
            <a:lvl1pPr marL="0" indent="0">
              <a:buNone/>
              <a:defRPr sz="2400" b="1" cap="none" baseline="0">
                <a:solidFill>
                  <a:schemeClr val="tx1"/>
                </a:solidFill>
                <a:effectLst/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rtl="0" eaLnBrk="1" latinLnBrk="0" hangingPunct="1"/>
            <a:r>
              <a:rPr lang="ru-RU" noProof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93368" y="2514600"/>
            <a:ext cx="5389033" cy="3845720"/>
          </a:xfrm>
        </p:spPr>
        <p:txBody>
          <a:bodyPr tIns="0" rtlCol="0"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rtl="0" eaLnBrk="1" latinLnBrk="0" hangingPunct="1"/>
            <a:r>
              <a:rPr lang="ru-RU" noProof="0"/>
              <a:t>Образец текста</a:t>
            </a:r>
          </a:p>
          <a:p>
            <a:pPr lvl="1" rtl="0" eaLnBrk="1" latinLnBrk="0" hangingPunct="1"/>
            <a:r>
              <a:rPr lang="ru-RU" noProof="0"/>
              <a:t>Второй уровень</a:t>
            </a:r>
          </a:p>
          <a:p>
            <a:pPr lvl="2" rtl="0" eaLnBrk="1" latinLnBrk="0" hangingPunct="1"/>
            <a:r>
              <a:rPr lang="ru-RU" noProof="0"/>
              <a:t>Третий уровень</a:t>
            </a:r>
          </a:p>
          <a:p>
            <a:pPr lvl="3" rtl="0" eaLnBrk="1" latinLnBrk="0" hangingPunct="1"/>
            <a:r>
              <a:rPr lang="ru-RU" noProof="0"/>
              <a:t>Четвертый уровень</a:t>
            </a:r>
          </a:p>
          <a:p>
            <a:pPr lvl="4" rtl="0" eaLnBrk="1" latinLnBrk="0" hangingPunct="1"/>
            <a:r>
              <a:rPr lang="ru-RU" noProof="0"/>
              <a:t>Пятый уровень</a:t>
            </a:r>
            <a:endParaRPr kumimoji="0" lang="ru-RU" noProof="0" dirty="0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59791C00-DC62-4142-9F6D-DA1C45AB977D}" type="datetime1">
              <a:rPr lang="ru-RU" noProof="0" smtClean="0"/>
              <a:t>03.05.2026</a:t>
            </a:fld>
            <a:endParaRPr lang="ru-RU" noProof="0" dirty="0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ru-RU" noProof="0" dirty="0"/>
              <a:t>Добавить нижний колонтитул</a:t>
            </a:r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01CF334-2D5C-4859-84A6-CA7E6E43FAEB}" type="slidenum">
              <a:rPr lang="ru-RU" noProof="0" smtClean="0"/>
              <a:t>‹#›</a:t>
            </a:fld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12501885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09600" y="704088"/>
            <a:ext cx="11074400" cy="1143000"/>
          </a:xfrm>
        </p:spPr>
        <p:txBody>
          <a:bodyPr vert="horz" tIns="45720" bIns="0" rtlCol="0" anchor="b">
            <a:normAutofit/>
            <a:scene3d>
              <a:camera prst="orthographicFront"/>
              <a:lightRig rig="freezing" dir="t">
                <a:rot lat="0" lon="0" rev="5640000"/>
              </a:lightRig>
            </a:scene3d>
            <a:sp3d prstMaterial="flat">
              <a:contourClr>
                <a:schemeClr val="tx2"/>
              </a:contourClr>
            </a:sp3d>
          </a:bodyPr>
          <a:lstStyle>
            <a:lvl1pPr algn="l" rtl="0">
              <a:spcBef>
                <a:spcPct val="0"/>
              </a:spcBef>
              <a:buNone/>
              <a:defRPr sz="5000" b="0">
                <a:ln>
                  <a:noFill/>
                </a:ln>
                <a:solidFill>
                  <a:schemeClr val="tx2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ru-RU" noProof="0"/>
              <a:t>Образец заголовка</a:t>
            </a:r>
            <a:endParaRPr kumimoji="0" lang="ru-RU" noProof="0" dirty="0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4395BA2-92C5-4296-B336-F8334E18CE48}" type="datetime1">
              <a:rPr lang="ru-RU" noProof="0" smtClean="0"/>
              <a:t>03.05.2026</a:t>
            </a:fld>
            <a:endParaRPr lang="ru-RU" noProof="0" dirty="0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ru-RU" noProof="0" dirty="0"/>
              <a:t>Добавить нижний колонтитул</a:t>
            </a: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01CF334-2D5C-4859-84A6-CA7E6E43FAEB}" type="slidenum">
              <a:rPr lang="ru-RU" noProof="0" smtClean="0"/>
              <a:t>‹#›</a:t>
            </a:fld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30718149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55DBA5C4-3A0B-44F2-A553-77BCC15D81C0}" type="datetime1">
              <a:rPr lang="ru-RU" noProof="0" smtClean="0"/>
              <a:t>03.05.2026</a:t>
            </a:fld>
            <a:endParaRPr lang="ru-RU" noProof="0" dirty="0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ru-RU" noProof="0" dirty="0"/>
              <a:t>Добавить нижний колонтитул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01CF334-2D5C-4859-84A6-CA7E6E43FAEB}" type="slidenum">
              <a:rPr lang="ru-RU" noProof="0" smtClean="0"/>
              <a:t>‹#›</a:t>
            </a:fld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2528821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914400" y="514352"/>
            <a:ext cx="3657600" cy="1162050"/>
          </a:xfrm>
        </p:spPr>
        <p:txBody>
          <a:bodyPr lIns="0" rtlCol="0" anchor="b">
            <a:noAutofit/>
          </a:bodyPr>
          <a:lstStyle>
            <a:lvl1pPr algn="l" rtl="0">
              <a:spcBef>
                <a:spcPct val="0"/>
              </a:spcBef>
              <a:buNone/>
              <a:defRPr sz="2600" b="0">
                <a:ln>
                  <a:noFill/>
                </a:ln>
                <a:solidFill>
                  <a:schemeClr val="tx2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ru-RU" noProof="0"/>
              <a:t>Образец заголовка</a:t>
            </a:r>
            <a:endParaRPr kumimoji="0" lang="ru-RU" noProof="0" dirty="0"/>
          </a:p>
        </p:txBody>
      </p:sp>
      <p:sp>
        <p:nvSpPr>
          <p:cNvPr id="4" name="Объект 3"/>
          <p:cNvSpPr>
            <a:spLocks noGrp="1"/>
          </p:cNvSpPr>
          <p:nvPr>
            <p:ph sz="half" idx="1"/>
          </p:nvPr>
        </p:nvSpPr>
        <p:spPr>
          <a:xfrm>
            <a:off x="4766733" y="1676400"/>
            <a:ext cx="6815667" cy="4572000"/>
          </a:xfrm>
        </p:spPr>
        <p:txBody>
          <a:bodyPr tIns="0" rtlCol="0"/>
          <a:lstStyle>
            <a:lvl1pPr>
              <a:defRPr sz="2800"/>
            </a:lvl1pPr>
            <a:lvl2pPr>
              <a:defRPr sz="2600"/>
            </a:lvl2pPr>
            <a:lvl3pPr>
              <a:defRPr sz="2400"/>
            </a:lvl3pPr>
            <a:lvl4pPr>
              <a:defRPr sz="2000"/>
            </a:lvl4pPr>
            <a:lvl5pPr>
              <a:defRPr sz="1800"/>
            </a:lvl5pPr>
          </a:lstStyle>
          <a:p>
            <a:pPr lvl="0" rtl="0" eaLnBrk="1" latinLnBrk="0" hangingPunct="1"/>
            <a:r>
              <a:rPr lang="ru-RU" noProof="0"/>
              <a:t>Образец текста</a:t>
            </a:r>
          </a:p>
          <a:p>
            <a:pPr lvl="1" rtl="0" eaLnBrk="1" latinLnBrk="0" hangingPunct="1"/>
            <a:r>
              <a:rPr lang="ru-RU" noProof="0"/>
              <a:t>Второй уровень</a:t>
            </a:r>
          </a:p>
          <a:p>
            <a:pPr lvl="2" rtl="0" eaLnBrk="1" latinLnBrk="0" hangingPunct="1"/>
            <a:r>
              <a:rPr lang="ru-RU" noProof="0"/>
              <a:t>Третий уровень</a:t>
            </a:r>
          </a:p>
          <a:p>
            <a:pPr lvl="3" rtl="0" eaLnBrk="1" latinLnBrk="0" hangingPunct="1"/>
            <a:r>
              <a:rPr lang="ru-RU" noProof="0"/>
              <a:t>Четвертый уровень</a:t>
            </a:r>
          </a:p>
          <a:p>
            <a:pPr lvl="4" rtl="0" eaLnBrk="1" latinLnBrk="0" hangingPunct="1"/>
            <a:r>
              <a:rPr lang="ru-RU" noProof="0"/>
              <a:t>Пятый уровень</a:t>
            </a:r>
            <a:endParaRPr kumimoji="0" lang="ru-RU" noProof="0" dirty="0"/>
          </a:p>
        </p:txBody>
      </p:sp>
      <p:sp>
        <p:nvSpPr>
          <p:cNvPr id="3" name="Текст 2"/>
          <p:cNvSpPr>
            <a:spLocks noGrp="1"/>
          </p:cNvSpPr>
          <p:nvPr>
            <p:ph type="body" idx="2"/>
          </p:nvPr>
        </p:nvSpPr>
        <p:spPr>
          <a:xfrm>
            <a:off x="914400" y="1676400"/>
            <a:ext cx="3657600" cy="4572000"/>
          </a:xfrm>
        </p:spPr>
        <p:txBody>
          <a:bodyPr lIns="18288" rIns="18288" rtlCol="0"/>
          <a:lstStyle>
            <a:lvl1pPr marL="0" indent="0" algn="l">
              <a:buNone/>
              <a:defRPr sz="1400"/>
            </a:lvl1pPr>
            <a:lvl2pPr indent="0" algn="l">
              <a:buNone/>
              <a:defRPr sz="1200"/>
            </a:lvl2pPr>
            <a:lvl3pPr indent="0" algn="l">
              <a:buNone/>
              <a:defRPr sz="1000"/>
            </a:lvl3pPr>
            <a:lvl4pPr indent="0" algn="l">
              <a:buNone/>
              <a:defRPr sz="900"/>
            </a:lvl4pPr>
            <a:lvl5pPr indent="0" algn="l">
              <a:buNone/>
              <a:defRPr sz="900"/>
            </a:lvl5pPr>
          </a:lstStyle>
          <a:p>
            <a:pPr lvl="0" rtl="0" eaLnBrk="1" latinLnBrk="0" hangingPunct="1"/>
            <a:r>
              <a:rPr lang="ru-RU" noProof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6D601DC2-C9FF-4CCB-9CA8-59247185429A}" type="datetime1">
              <a:rPr lang="ru-RU" noProof="0" smtClean="0"/>
              <a:t>03.05.2026</a:t>
            </a:fld>
            <a:endParaRPr lang="ru-RU" noProof="0" dirty="0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ru-RU" noProof="0" dirty="0"/>
              <a:t>Добавить нижний колонтитул</a:t>
            </a: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01CF334-2D5C-4859-84A6-CA7E6E43FAEB}" type="slidenum">
              <a:rPr lang="ru-RU" noProof="0" smtClean="0"/>
              <a:t>‹#›</a:t>
            </a:fld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1991926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со скругленным и усеченным углом 8"/>
          <p:cNvSpPr/>
          <p:nvPr/>
        </p:nvSpPr>
        <p:spPr>
          <a:xfrm rot="420000" flipV="1">
            <a:off x="4221004" y="1108077"/>
            <a:ext cx="7010400" cy="4114800"/>
          </a:xfrm>
          <a:prstGeom prst="snipRoundRect">
            <a:avLst>
              <a:gd name="adj1" fmla="val 0"/>
              <a:gd name="adj2" fmla="val 3646"/>
            </a:avLst>
          </a:prstGeom>
          <a:solidFill>
            <a:srgbClr val="FFFFFF"/>
          </a:solidFill>
          <a:ln w="3175" cap="rnd" cmpd="sng" algn="ctr">
            <a:solidFill>
              <a:srgbClr val="C0C0C0"/>
            </a:solidFill>
            <a:prstDash val="solid"/>
          </a:ln>
          <a:effectLst>
            <a:outerShdw blurRad="63500" dist="38500" dir="7500000" sx="98500" sy="100080" kx="100000" algn="tl" rotWithShape="0">
              <a:srgbClr val="000000">
                <a:alpha val="25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 eaLnBrk="1" latinLnBrk="0" hangingPunct="1"/>
            <a:endParaRPr kumimoji="0" lang="ru-RU" sz="1800" noProof="0" dirty="0"/>
          </a:p>
        </p:txBody>
      </p:sp>
      <p:sp>
        <p:nvSpPr>
          <p:cNvPr id="12" name="Прямоугольный треугольник 11"/>
          <p:cNvSpPr/>
          <p:nvPr/>
        </p:nvSpPr>
        <p:spPr>
          <a:xfrm rot="420000" flipV="1">
            <a:off x="10672179" y="5359769"/>
            <a:ext cx="207264" cy="155448"/>
          </a:xfrm>
          <a:prstGeom prst="rtTriangle">
            <a:avLst/>
          </a:prstGeom>
          <a:solidFill>
            <a:srgbClr val="FFFFFF"/>
          </a:solidFill>
          <a:ln w="12700" cap="flat" cmpd="sng" algn="ctr">
            <a:solidFill>
              <a:srgbClr val="FFFFFF"/>
            </a:solidFill>
            <a:prstDash val="solid"/>
            <a:bevel/>
          </a:ln>
          <a:effectLst>
            <a:outerShdw blurRad="19685" dist="6350" dir="12900000" algn="tl" rotWithShape="0">
              <a:srgbClr val="000000">
                <a:alpha val="47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 eaLnBrk="1" latinLnBrk="0" hangingPunct="1"/>
            <a:endParaRPr kumimoji="0" lang="ru-RU" sz="1800" noProof="0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12800" y="1176997"/>
            <a:ext cx="2950464" cy="1582621"/>
          </a:xfrm>
        </p:spPr>
        <p:txBody>
          <a:bodyPr vert="horz" lIns="45720" tIns="45720" rIns="45720" bIns="45720" rtlCol="0" anchor="b"/>
          <a:lstStyle>
            <a:lvl1pPr algn="l">
              <a:buNone/>
              <a:defRPr sz="2000" b="1">
                <a:solidFill>
                  <a:schemeClr val="tx2"/>
                </a:solidFill>
              </a:defRPr>
            </a:lvl1pPr>
          </a:lstStyle>
          <a:p>
            <a:pPr rtl="0"/>
            <a:r>
              <a:rPr lang="ru-RU" noProof="0"/>
              <a:t>Образец заголовка</a:t>
            </a:r>
            <a:endParaRPr kumimoji="0" lang="ru-RU" noProof="0" dirty="0"/>
          </a:p>
        </p:txBody>
      </p:sp>
      <p:sp>
        <p:nvSpPr>
          <p:cNvPr id="3" name="Рисунок 2" descr="Пустой заполнитель, вместо которого можно добавить изображение. Щелкните заполнитель и выберите изображение, которое необходимо добавить"/>
          <p:cNvSpPr>
            <a:spLocks noGrp="1"/>
          </p:cNvSpPr>
          <p:nvPr>
            <p:ph type="pic" idx="1"/>
          </p:nvPr>
        </p:nvSpPr>
        <p:spPr>
          <a:xfrm rot="420000">
            <a:off x="4647724" y="1199517"/>
            <a:ext cx="6156960" cy="3931920"/>
          </a:xfrm>
          <a:prstGeom prst="rect">
            <a:avLst/>
          </a:prstGeom>
          <a:solidFill>
            <a:schemeClr val="bg2"/>
          </a:solidFill>
          <a:ln w="3000" cap="rnd">
            <a:solidFill>
              <a:srgbClr val="C0C0C0"/>
            </a:solidFill>
            <a:round/>
          </a:ln>
          <a:effectLst/>
        </p:spPr>
        <p:txBody>
          <a:bodyPr rtlCol="0"/>
          <a:lstStyle>
            <a:lvl1pPr marL="0" indent="0">
              <a:buNone/>
              <a:defRPr sz="3200"/>
            </a:lvl1pPr>
          </a:lstStyle>
          <a:p>
            <a:pPr rtl="0"/>
            <a:r>
              <a:rPr lang="ru-RU" noProof="0"/>
              <a:t>Вставка рисунка</a:t>
            </a:r>
            <a:endParaRPr kumimoji="0" lang="ru-RU" noProof="0" dirty="0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12800" y="2828785"/>
            <a:ext cx="2946400" cy="2179320"/>
          </a:xfrm>
        </p:spPr>
        <p:txBody>
          <a:bodyPr lIns="64008" rIns="45720" bIns="45720" rtlCol="0" anchor="t"/>
          <a:lstStyle>
            <a:lvl1pPr marL="0" indent="0" algn="l">
              <a:spcBef>
                <a:spcPts val="250"/>
              </a:spcBef>
              <a:buFontTx/>
              <a:buNone/>
              <a:defRPr sz="13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rtl="0" eaLnBrk="1" latinLnBrk="0" hangingPunct="1"/>
            <a:r>
              <a:rPr lang="ru-RU" noProof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2900A0FC-F56C-4772-9C86-2C39F56A45E8}" type="datetime1">
              <a:rPr lang="ru-RU" noProof="0" smtClean="0"/>
              <a:t>03.05.2026</a:t>
            </a:fld>
            <a:endParaRPr lang="ru-RU" noProof="0" dirty="0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ru-RU" noProof="0" dirty="0"/>
              <a:t>Добавить нижний колонтитул</a:t>
            </a: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>
          <a:xfrm>
            <a:off x="10769600" y="6356351"/>
            <a:ext cx="812800" cy="365125"/>
          </a:xfrm>
        </p:spPr>
        <p:txBody>
          <a:bodyPr rtlCol="0"/>
          <a:lstStyle/>
          <a:p>
            <a:pPr rtl="0"/>
            <a:fld id="{401CF334-2D5C-4859-84A6-CA7E6E43FAEB}" type="slidenum">
              <a:rPr lang="ru-RU" noProof="0" smtClean="0"/>
              <a:t>‹#›</a:t>
            </a:fld>
            <a:endParaRPr lang="ru-RU" noProof="0" dirty="0"/>
          </a:p>
        </p:txBody>
      </p:sp>
      <p:sp>
        <p:nvSpPr>
          <p:cNvPr id="10" name="Полилиния 9"/>
          <p:cNvSpPr>
            <a:spLocks/>
          </p:cNvSpPr>
          <p:nvPr/>
        </p:nvSpPr>
        <p:spPr bwMode="auto">
          <a:xfrm flipV="1">
            <a:off x="-12700" y="5816600"/>
            <a:ext cx="12217400" cy="104140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6" y="2"/>
              </a:cxn>
              <a:cxn ang="0">
                <a:pos x="2542" y="0"/>
              </a:cxn>
              <a:cxn ang="0">
                <a:pos x="4374" y="367"/>
              </a:cxn>
              <a:cxn ang="0">
                <a:pos x="5766" y="55"/>
              </a:cxn>
              <a:cxn ang="0">
                <a:pos x="5772" y="213"/>
              </a:cxn>
              <a:cxn ang="0">
                <a:pos x="4302" y="439"/>
              </a:cxn>
              <a:cxn ang="0">
                <a:pos x="1488" y="201"/>
              </a:cxn>
              <a:cxn ang="0">
                <a:pos x="0" y="656"/>
              </a:cxn>
              <a:cxn ang="0">
                <a:pos x="6" y="2"/>
              </a:cxn>
            </a:cxnLst>
            <a:rect l="0" t="0" r="0" b="0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>
            <a:gsLst>
              <a:gs pos="0">
                <a:schemeClr val="accent2">
                  <a:shade val="50000"/>
                  <a:alpha val="45000"/>
                  <a:satMod val="120000"/>
                </a:schemeClr>
              </a:gs>
              <a:gs pos="100000">
                <a:schemeClr val="accent3">
                  <a:shade val="80000"/>
                  <a:alpha val="55000"/>
                  <a:satMod val="155000"/>
                </a:schemeClr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rtlCol="0" anchor="t" compatLnSpc="1"/>
          <a:lstStyle/>
          <a:p>
            <a:pPr marL="0" algn="l" rtl="0" eaLnBrk="1" latinLnBrk="0" hangingPunct="1"/>
            <a:endParaRPr kumimoji="0" lang="ru-RU" sz="180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1" name="Полилиния 10"/>
          <p:cNvSpPr>
            <a:spLocks/>
          </p:cNvSpPr>
          <p:nvPr/>
        </p:nvSpPr>
        <p:spPr bwMode="auto">
          <a:xfrm flipV="1">
            <a:off x="5842000" y="6219826"/>
            <a:ext cx="6350000" cy="638175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1668" y="564"/>
              </a:cxn>
              <a:cxn ang="0">
                <a:pos x="3000" y="186"/>
              </a:cxn>
              <a:cxn ang="0">
                <a:pos x="3000" y="6"/>
              </a:cxn>
              <a:cxn ang="0">
                <a:pos x="0" y="0"/>
              </a:cxn>
            </a:cxnLst>
            <a:rect l="0" t="0" r="0" b="0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3">
                  <a:shade val="50000"/>
                  <a:alpha val="30000"/>
                  <a:satMod val="130000"/>
                </a:schemeClr>
              </a:gs>
              <a:gs pos="80000">
                <a:schemeClr val="accent2">
                  <a:shade val="75000"/>
                  <a:alpha val="45000"/>
                  <a:satMod val="140000"/>
                </a:schemeClr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rtlCol="0" anchor="t" compatLnSpc="1"/>
          <a:lstStyle/>
          <a:p>
            <a:pPr marL="0" algn="l" rtl="0" eaLnBrk="1" latinLnBrk="0" hangingPunct="1"/>
            <a:endParaRPr kumimoji="0" lang="ru-RU" sz="180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196249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ru-RU" noProof="0"/>
              <a:t>Образец заголовка</a:t>
            </a:r>
            <a:endParaRPr kumimoji="0" lang="ru-RU" noProof="0" dirty="0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/>
          <a:p>
            <a:pPr lvl="0" rtl="0" eaLnBrk="1" latinLnBrk="0" hangingPunct="1"/>
            <a:r>
              <a:rPr lang="ru-RU" noProof="0"/>
              <a:t>Образец текста</a:t>
            </a:r>
          </a:p>
          <a:p>
            <a:pPr lvl="1" rtl="0" eaLnBrk="1" latinLnBrk="0" hangingPunct="1"/>
            <a:r>
              <a:rPr lang="ru-RU" noProof="0"/>
              <a:t>Второй уровень</a:t>
            </a:r>
          </a:p>
          <a:p>
            <a:pPr lvl="2" rtl="0" eaLnBrk="1" latinLnBrk="0" hangingPunct="1"/>
            <a:r>
              <a:rPr lang="ru-RU" noProof="0"/>
              <a:t>Третий уровень</a:t>
            </a:r>
          </a:p>
          <a:p>
            <a:pPr lvl="3" rtl="0" eaLnBrk="1" latinLnBrk="0" hangingPunct="1"/>
            <a:r>
              <a:rPr lang="ru-RU" noProof="0"/>
              <a:t>Четвертый уровень</a:t>
            </a:r>
          </a:p>
          <a:p>
            <a:pPr lvl="4" rtl="0" eaLnBrk="1" latinLnBrk="0" hangingPunct="1"/>
            <a:r>
              <a:rPr lang="ru-RU" noProof="0"/>
              <a:t>Пятый уровень</a:t>
            </a:r>
            <a:endParaRPr kumimoji="0" lang="ru-RU" noProof="0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ADCC9AE-B7F3-45CB-BB2E-3222B2AEBBC3}" type="datetime1">
              <a:rPr lang="ru-RU" noProof="0" smtClean="0"/>
              <a:t>03.05.2026</a:t>
            </a:fld>
            <a:endParaRPr lang="ru-RU" noProof="0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ru-RU" noProof="0" dirty="0"/>
              <a:t>Добавить нижний колонтитул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01CF334-2D5C-4859-84A6-CA7E6E43FAEB}" type="slidenum">
              <a:rPr lang="ru-RU" noProof="0" smtClean="0"/>
              <a:t>‹#›</a:t>
            </a:fld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8777770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839200" y="914402"/>
            <a:ext cx="2743200" cy="5211763"/>
          </a:xfrm>
        </p:spPr>
        <p:txBody>
          <a:bodyPr vert="eaVert" rtlCol="0"/>
          <a:lstStyle/>
          <a:p>
            <a:pPr rtl="0"/>
            <a:r>
              <a:rPr lang="ru-RU" noProof="0"/>
              <a:t>Образец заголовка</a:t>
            </a:r>
            <a:endParaRPr kumimoji="0" lang="ru-RU" noProof="0" dirty="0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609600" y="914402"/>
            <a:ext cx="8026400" cy="5211763"/>
          </a:xfrm>
        </p:spPr>
        <p:txBody>
          <a:bodyPr vert="eaVert" rtlCol="0"/>
          <a:lstStyle/>
          <a:p>
            <a:pPr lvl="0" rtl="0" eaLnBrk="1" latinLnBrk="0" hangingPunct="1"/>
            <a:r>
              <a:rPr lang="ru-RU" noProof="0"/>
              <a:t>Образец текста</a:t>
            </a:r>
          </a:p>
          <a:p>
            <a:pPr lvl="1" rtl="0" eaLnBrk="1" latinLnBrk="0" hangingPunct="1"/>
            <a:r>
              <a:rPr lang="ru-RU" noProof="0"/>
              <a:t>Второй уровень</a:t>
            </a:r>
          </a:p>
          <a:p>
            <a:pPr lvl="2" rtl="0" eaLnBrk="1" latinLnBrk="0" hangingPunct="1"/>
            <a:r>
              <a:rPr lang="ru-RU" noProof="0"/>
              <a:t>Третий уровень</a:t>
            </a:r>
          </a:p>
          <a:p>
            <a:pPr lvl="3" rtl="0" eaLnBrk="1" latinLnBrk="0" hangingPunct="1"/>
            <a:r>
              <a:rPr lang="ru-RU" noProof="0"/>
              <a:t>Четвертый уровень</a:t>
            </a:r>
          </a:p>
          <a:p>
            <a:pPr lvl="4" rtl="0" eaLnBrk="1" latinLnBrk="0" hangingPunct="1"/>
            <a:r>
              <a:rPr lang="ru-RU" noProof="0"/>
              <a:t>Пятый уровень</a:t>
            </a:r>
            <a:endParaRPr kumimoji="0" lang="ru-RU" noProof="0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BEE58623-7ACF-43A9-B9A8-787CA2B0B620}" type="datetime1">
              <a:rPr lang="ru-RU" noProof="0" smtClean="0"/>
              <a:t>03.05.2026</a:t>
            </a:fld>
            <a:endParaRPr lang="ru-RU" noProof="0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ru-RU" noProof="0" dirty="0"/>
              <a:t>Добавить нижний колонтитул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01CF334-2D5C-4859-84A6-CA7E6E43FAEB}" type="slidenum">
              <a:rPr lang="ru-RU" noProof="0" smtClean="0"/>
              <a:t>‹#›</a:t>
            </a:fld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33697544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Группа 24"/>
          <p:cNvGrpSpPr/>
          <p:nvPr/>
        </p:nvGrpSpPr>
        <p:grpSpPr>
          <a:xfrm>
            <a:off x="-29028" y="-7144"/>
            <a:ext cx="12240731" cy="6879658"/>
            <a:chOff x="0" y="-21658"/>
            <a:chExt cx="12240731" cy="6879658"/>
          </a:xfrm>
        </p:grpSpPr>
        <p:sp>
          <p:nvSpPr>
            <p:cNvPr id="26" name="Прямоугольник 25"/>
            <p:cNvSpPr/>
            <p:nvPr/>
          </p:nvSpPr>
          <p:spPr>
            <a:xfrm>
              <a:off x="31633" y="0"/>
              <a:ext cx="12188952" cy="685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grpSp>
          <p:nvGrpSpPr>
            <p:cNvPr id="27" name="Группа 26"/>
            <p:cNvGrpSpPr/>
            <p:nvPr/>
          </p:nvGrpSpPr>
          <p:grpSpPr>
            <a:xfrm>
              <a:off x="0" y="-21658"/>
              <a:ext cx="12240731" cy="1041400"/>
              <a:chOff x="-25356" y="-7144"/>
              <a:chExt cx="12240731" cy="1041400"/>
            </a:xfrm>
          </p:grpSpPr>
          <p:sp>
            <p:nvSpPr>
              <p:cNvPr id="28" name="Полилиния 27"/>
              <p:cNvSpPr>
                <a:spLocks/>
              </p:cNvSpPr>
              <p:nvPr/>
            </p:nvSpPr>
            <p:spPr bwMode="auto">
              <a:xfrm>
                <a:off x="-12700" y="-7144"/>
                <a:ext cx="12217400" cy="1041400"/>
              </a:xfrm>
              <a:custGeom>
                <a:avLst>
                  <a:gd name="A1" fmla="val 0"/>
                  <a:gd name="A2" fmla="val 0"/>
                  <a:gd name="A3" fmla="val 0"/>
                  <a:gd name="A4" fmla="val 0"/>
                  <a:gd name="A5" fmla="val 0"/>
                  <a:gd name="A6" fmla="val 0"/>
                  <a:gd name="A7" fmla="val 0"/>
                  <a:gd name="A8" fmla="val 0"/>
                </a:avLst>
                <a:gdLst/>
                <a:ahLst/>
                <a:cxnLst>
                  <a:cxn ang="0">
                    <a:pos x="6" y="2"/>
                  </a:cxn>
                  <a:cxn ang="0">
                    <a:pos x="2542" y="0"/>
                  </a:cxn>
                  <a:cxn ang="0">
                    <a:pos x="4374" y="367"/>
                  </a:cxn>
                  <a:cxn ang="0">
                    <a:pos x="5766" y="55"/>
                  </a:cxn>
                  <a:cxn ang="0">
                    <a:pos x="5772" y="213"/>
                  </a:cxn>
                  <a:cxn ang="0">
                    <a:pos x="4302" y="439"/>
                  </a:cxn>
                  <a:cxn ang="0">
                    <a:pos x="1488" y="201"/>
                  </a:cxn>
                  <a:cxn ang="0">
                    <a:pos x="0" y="656"/>
                  </a:cxn>
                  <a:cxn ang="0">
                    <a:pos x="6" y="2"/>
                  </a:cxn>
                </a:cxnLst>
                <a:rect l="0" t="0" r="0" b="0"/>
                <a:pathLst>
                  <a:path w="5772" h="656">
                    <a:moveTo>
                      <a:pt x="6" y="2"/>
                    </a:moveTo>
                    <a:lnTo>
                      <a:pt x="2542" y="0"/>
                    </a:lnTo>
                    <a:cubicBezTo>
                      <a:pt x="2746" y="101"/>
                      <a:pt x="3828" y="367"/>
                      <a:pt x="4374" y="367"/>
                    </a:cubicBezTo>
                    <a:cubicBezTo>
                      <a:pt x="4920" y="367"/>
                      <a:pt x="5526" y="152"/>
                      <a:pt x="5766" y="55"/>
                    </a:cubicBezTo>
                    <a:lnTo>
                      <a:pt x="5772" y="213"/>
                    </a:lnTo>
                    <a:cubicBezTo>
                      <a:pt x="5670" y="257"/>
                      <a:pt x="5016" y="441"/>
                      <a:pt x="4302" y="439"/>
                    </a:cubicBezTo>
                    <a:cubicBezTo>
                      <a:pt x="3588" y="437"/>
                      <a:pt x="2205" y="165"/>
                      <a:pt x="1488" y="201"/>
                    </a:cubicBezTo>
                    <a:cubicBezTo>
                      <a:pt x="750" y="209"/>
                      <a:pt x="270" y="482"/>
                      <a:pt x="0" y="656"/>
                    </a:cubicBezTo>
                    <a:lnTo>
                      <a:pt x="6" y="2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2">
                      <a:shade val="50000"/>
                      <a:alpha val="45000"/>
                      <a:satMod val="120000"/>
                    </a:schemeClr>
                  </a:gs>
                  <a:gs pos="100000">
                    <a:schemeClr val="accent3">
                      <a:shade val="80000"/>
                      <a:alpha val="55000"/>
                      <a:satMod val="155000"/>
                    </a:schemeClr>
                  </a:gs>
                </a:gsLst>
                <a:lin ang="5400000" scaled="1"/>
              </a:gra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rtlCol="0" anchor="t" compatLnSpc="1"/>
              <a:lstStyle/>
              <a:p>
                <a:pPr marL="0" algn="l" rtl="0" eaLnBrk="1" latinLnBrk="0" hangingPunct="1"/>
                <a:endParaRPr kumimoji="0" lang="ru-RU" sz="1800" noProof="0" dirty="0">
                  <a:solidFill>
                    <a:schemeClr val="tx1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29" name="Полилиния 28"/>
              <p:cNvSpPr>
                <a:spLocks/>
              </p:cNvSpPr>
              <p:nvPr/>
            </p:nvSpPr>
            <p:spPr bwMode="auto">
              <a:xfrm>
                <a:off x="5842000" y="-7144"/>
                <a:ext cx="6350000" cy="638175"/>
              </a:xfrm>
              <a:custGeom>
                <a:avLst>
                  <a:gd name="A1" fmla="val 0"/>
                  <a:gd name="A2" fmla="val 0"/>
                  <a:gd name="A3" fmla="val 0"/>
                  <a:gd name="A4" fmla="val 0"/>
                  <a:gd name="A5" fmla="val 0"/>
                  <a:gd name="A6" fmla="val 0"/>
                  <a:gd name="A7" fmla="val 0"/>
                  <a:gd name="A8" fmla="val 0"/>
                </a:avLst>
                <a:gdLst/>
                <a:ahLst/>
                <a:cxnLst>
                  <a:cxn ang="0">
                    <a:pos x="0" y="0"/>
                  </a:cxn>
                  <a:cxn ang="0">
                    <a:pos x="1668" y="564"/>
                  </a:cxn>
                  <a:cxn ang="0">
                    <a:pos x="3000" y="186"/>
                  </a:cxn>
                  <a:cxn ang="0">
                    <a:pos x="3000" y="6"/>
                  </a:cxn>
                  <a:cxn ang="0">
                    <a:pos x="0" y="0"/>
                  </a:cxn>
                </a:cxnLst>
                <a:rect l="0" t="0" r="0" b="0"/>
                <a:pathLst>
                  <a:path w="3000" h="595">
                    <a:moveTo>
                      <a:pt x="0" y="0"/>
                    </a:moveTo>
                    <a:cubicBezTo>
                      <a:pt x="174" y="102"/>
                      <a:pt x="1168" y="533"/>
                      <a:pt x="1668" y="564"/>
                    </a:cubicBezTo>
                    <a:cubicBezTo>
                      <a:pt x="2168" y="595"/>
                      <a:pt x="2778" y="279"/>
                      <a:pt x="3000" y="186"/>
                    </a:cubicBezTo>
                    <a:lnTo>
                      <a:pt x="3000" y="6"/>
                    </a:lnTo>
                    <a:lnTo>
                      <a:pt x="0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>
                      <a:shade val="50000"/>
                      <a:alpha val="30000"/>
                      <a:satMod val="130000"/>
                    </a:schemeClr>
                  </a:gs>
                  <a:gs pos="80000">
                    <a:schemeClr val="accent2">
                      <a:shade val="75000"/>
                      <a:alpha val="45000"/>
                      <a:satMod val="140000"/>
                    </a:schemeClr>
                  </a:gs>
                </a:gsLst>
                <a:lin ang="5400000" scaled="1"/>
              </a:gra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rtlCol="0" anchor="t" compatLnSpc="1"/>
              <a:lstStyle/>
              <a:p>
                <a:pPr marL="0" algn="l" rtl="0" eaLnBrk="1" latinLnBrk="0" hangingPunct="1"/>
                <a:endParaRPr kumimoji="0" lang="ru-RU" sz="1800" noProof="0" dirty="0">
                  <a:solidFill>
                    <a:schemeClr val="tx1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grpSp>
            <p:nvGrpSpPr>
              <p:cNvPr id="31" name="Группа 30"/>
              <p:cNvGrpSpPr/>
              <p:nvPr/>
            </p:nvGrpSpPr>
            <p:grpSpPr>
              <a:xfrm>
                <a:off x="-25356" y="202408"/>
                <a:ext cx="12240731" cy="649224"/>
                <a:chOff x="-19045" y="216550"/>
                <a:chExt cx="9180548" cy="649224"/>
              </a:xfrm>
            </p:grpSpPr>
            <p:sp>
              <p:nvSpPr>
                <p:cNvPr id="32" name="Полилиния 31"/>
                <p:cNvSpPr>
                  <a:spLocks/>
                </p:cNvSpPr>
                <p:nvPr/>
              </p:nvSpPr>
              <p:spPr bwMode="auto">
                <a:xfrm rot="21435692">
                  <a:off x="-19045" y="216550"/>
                  <a:ext cx="9163050" cy="649224"/>
                </a:xfrm>
                <a:custGeom>
                  <a:avLst>
                    <a:gd name="A1" fmla="val 0"/>
                    <a:gd name="A2" fmla="val 0"/>
                    <a:gd name="A3" fmla="val 0"/>
                    <a:gd name="A4" fmla="val 0"/>
                    <a:gd name="A5" fmla="val 0"/>
                    <a:gd name="A6" fmla="val 0"/>
                    <a:gd name="A7" fmla="val 0"/>
                    <a:gd name="A8" fmla="val 0"/>
                  </a:avLst>
                  <a:gdLst/>
                  <a:ahLst/>
                  <a:cxnLst>
                    <a:cxn ang="0">
                      <a:pos x="0" y="966"/>
                    </a:cxn>
                    <a:cxn ang="0">
                      <a:pos x="1608" y="282"/>
                    </a:cxn>
                    <a:cxn ang="0">
                      <a:pos x="4110" y="1008"/>
                    </a:cxn>
                    <a:cxn ang="0">
                      <a:pos x="5772" y="0"/>
                    </a:cxn>
                  </a:cxnLst>
                  <a:rect l="0" t="0" r="0" b="0"/>
                  <a:pathLst>
                    <a:path w="5772" h="1055">
                      <a:moveTo>
                        <a:pt x="0" y="966"/>
                      </a:moveTo>
                      <a:cubicBezTo>
                        <a:pt x="282" y="738"/>
                        <a:pt x="923" y="275"/>
                        <a:pt x="1608" y="282"/>
                      </a:cubicBezTo>
                      <a:cubicBezTo>
                        <a:pt x="2293" y="289"/>
                        <a:pt x="3416" y="1055"/>
                        <a:pt x="4110" y="1008"/>
                      </a:cubicBezTo>
                      <a:cubicBezTo>
                        <a:pt x="4804" y="961"/>
                        <a:pt x="5426" y="210"/>
                        <a:pt x="5772" y="0"/>
                      </a:cubicBezTo>
                    </a:path>
                  </a:pathLst>
                </a:custGeom>
                <a:noFill/>
                <a:ln w="10795" cap="flat" cmpd="sng" algn="ctr">
                  <a:gradFill>
                    <a:gsLst>
                      <a:gs pos="74000">
                        <a:schemeClr val="accent3">
                          <a:shade val="75000"/>
                        </a:schemeClr>
                      </a:gs>
                      <a:gs pos="86000">
                        <a:schemeClr val="tx1">
                          <a:alpha val="29000"/>
                        </a:schemeClr>
                      </a:gs>
                      <a:gs pos="16000">
                        <a:schemeClr val="accent2">
                          <a:shade val="75000"/>
                          <a:alpha val="56000"/>
                        </a:schemeClr>
                      </a:gs>
                    </a:gsLst>
                    <a:lin ang="5400000" scaled="1"/>
                  </a:gra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rtlCol="0" anchor="t" compatLnSpc="1"/>
                <a:lstStyle/>
                <a:p>
                  <a:pPr rtl="0"/>
                  <a:endParaRPr kumimoji="0" lang="ru-RU" sz="1800" noProof="0" dirty="0"/>
                </a:p>
              </p:txBody>
            </p:sp>
            <p:sp>
              <p:nvSpPr>
                <p:cNvPr id="33" name="Полилиния 32"/>
                <p:cNvSpPr>
                  <a:spLocks/>
                </p:cNvSpPr>
                <p:nvPr/>
              </p:nvSpPr>
              <p:spPr bwMode="auto">
                <a:xfrm rot="21435692">
                  <a:off x="-14309" y="290003"/>
                  <a:ext cx="9175812" cy="530352"/>
                </a:xfrm>
                <a:custGeom>
                  <a:avLst>
                    <a:gd name="A1" fmla="val 0"/>
                    <a:gd name="A2" fmla="val 0"/>
                    <a:gd name="A3" fmla="val 0"/>
                    <a:gd name="A4" fmla="val 0"/>
                    <a:gd name="A5" fmla="val 0"/>
                    <a:gd name="A6" fmla="val 0"/>
                    <a:gd name="A7" fmla="val 0"/>
                    <a:gd name="A8" fmla="val 0"/>
                  </a:avLst>
                  <a:gdLst/>
                  <a:ahLst/>
                  <a:cxnLst>
                    <a:cxn ang="0">
                      <a:pos x="0" y="732"/>
                    </a:cxn>
                    <a:cxn ang="0">
                      <a:pos x="1638" y="228"/>
                    </a:cxn>
                    <a:cxn ang="0">
                      <a:pos x="4122" y="816"/>
                    </a:cxn>
                    <a:cxn ang="0">
                      <a:pos x="5766" y="0"/>
                    </a:cxn>
                  </a:cxnLst>
                  <a:rect l="0" t="0" r="0" b="0"/>
                  <a:pathLst>
                    <a:path w="5766" h="854">
                      <a:moveTo>
                        <a:pt x="0" y="732"/>
                      </a:moveTo>
                      <a:cubicBezTo>
                        <a:pt x="273" y="647"/>
                        <a:pt x="951" y="214"/>
                        <a:pt x="1638" y="228"/>
                      </a:cubicBezTo>
                      <a:cubicBezTo>
                        <a:pt x="2325" y="242"/>
                        <a:pt x="3434" y="854"/>
                        <a:pt x="4122" y="816"/>
                      </a:cubicBezTo>
                      <a:cubicBezTo>
                        <a:pt x="4810" y="778"/>
                        <a:pt x="5424" y="170"/>
                        <a:pt x="5766" y="0"/>
                      </a:cubicBezTo>
                    </a:path>
                  </a:pathLst>
                </a:custGeom>
                <a:noFill/>
                <a:ln w="9525" cap="flat" cmpd="sng" algn="ctr">
                  <a:gradFill>
                    <a:gsLst>
                      <a:gs pos="74000">
                        <a:schemeClr val="accent4"/>
                      </a:gs>
                      <a:gs pos="44000">
                        <a:schemeClr val="accent1"/>
                      </a:gs>
                      <a:gs pos="33000">
                        <a:schemeClr val="accent2">
                          <a:alpha val="56000"/>
                        </a:schemeClr>
                      </a:gs>
                    </a:gsLst>
                    <a:lin ang="5400000" scaled="1"/>
                  </a:gra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rtlCol="0" anchor="t" compatLnSpc="1"/>
                <a:lstStyle/>
                <a:p>
                  <a:pPr rtl="0"/>
                  <a:endParaRPr kumimoji="0" lang="ru-RU" sz="1800" noProof="0" dirty="0"/>
                </a:p>
              </p:txBody>
            </p:sp>
          </p:grpSp>
        </p:grpSp>
      </p:grpSp>
      <p:sp>
        <p:nvSpPr>
          <p:cNvPr id="9" name="Заголовок 8"/>
          <p:cNvSpPr>
            <a:spLocks noGrp="1"/>
          </p:cNvSpPr>
          <p:nvPr>
            <p:ph type="title"/>
          </p:nvPr>
        </p:nvSpPr>
        <p:spPr>
          <a:xfrm>
            <a:off x="609600" y="704088"/>
            <a:ext cx="10972800" cy="1143000"/>
          </a:xfrm>
          <a:prstGeom prst="rect">
            <a:avLst/>
          </a:prstGeom>
        </p:spPr>
        <p:txBody>
          <a:bodyPr vert="horz" lIns="0" rIns="0" bIns="0" rtlCol="0" anchor="b">
            <a:normAutofit/>
          </a:bodyPr>
          <a:lstStyle/>
          <a:p>
            <a:pPr rtl="0"/>
            <a:r>
              <a:rPr lang="ru-RU" noProof="0" dirty="0"/>
              <a:t>Образец заголовка</a:t>
            </a:r>
            <a:endParaRPr kumimoji="0" lang="ru-RU" noProof="0" dirty="0"/>
          </a:p>
        </p:txBody>
      </p:sp>
      <p:sp>
        <p:nvSpPr>
          <p:cNvPr id="30" name="Текст 29"/>
          <p:cNvSpPr>
            <a:spLocks noGrp="1"/>
          </p:cNvSpPr>
          <p:nvPr>
            <p:ph type="body" idx="1"/>
          </p:nvPr>
        </p:nvSpPr>
        <p:spPr>
          <a:xfrm>
            <a:off x="609600" y="1935480"/>
            <a:ext cx="10972800" cy="4389120"/>
          </a:xfrm>
          <a:prstGeom prst="rect">
            <a:avLst/>
          </a:prstGeom>
        </p:spPr>
        <p:txBody>
          <a:bodyPr vert="horz" rtlCol="0">
            <a:normAutofit/>
          </a:bodyPr>
          <a:lstStyle/>
          <a:p>
            <a:pPr lvl="0" rtl="0" eaLnBrk="1" latinLnBrk="0" hangingPunct="1"/>
            <a:r>
              <a:rPr lang="ru-RU" noProof="0" dirty="0"/>
              <a:t>Образец текста</a:t>
            </a:r>
          </a:p>
          <a:p>
            <a:pPr lvl="1" rtl="0" eaLnBrk="1" latinLnBrk="0" hangingPunct="1"/>
            <a:r>
              <a:rPr lang="ru-RU" noProof="0" dirty="0"/>
              <a:t>Второй уровень</a:t>
            </a:r>
          </a:p>
          <a:p>
            <a:pPr lvl="2" rtl="0" eaLnBrk="1" latinLnBrk="0" hangingPunct="1"/>
            <a:r>
              <a:rPr lang="ru-RU" noProof="0" dirty="0"/>
              <a:t>Третий уровень</a:t>
            </a:r>
          </a:p>
          <a:p>
            <a:pPr lvl="3" rtl="0" eaLnBrk="1" latinLnBrk="0" hangingPunct="1"/>
            <a:r>
              <a:rPr lang="ru-RU" noProof="0" dirty="0"/>
              <a:t>Четвертый уровень</a:t>
            </a:r>
          </a:p>
          <a:p>
            <a:pPr lvl="4" rtl="0" eaLnBrk="1" latinLnBrk="0" hangingPunct="1"/>
            <a:r>
              <a:rPr lang="ru-RU" noProof="0" dirty="0"/>
              <a:t>Пятый уровень</a:t>
            </a:r>
          </a:p>
        </p:txBody>
      </p:sp>
      <p:sp>
        <p:nvSpPr>
          <p:cNvPr id="10" name="Дата 9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 eaLnBrk="1" latinLnBrk="0" hangingPunct="1">
              <a:defRPr kumimoji="0" sz="1100">
                <a:solidFill>
                  <a:schemeClr val="tx1"/>
                </a:solidFill>
              </a:defRPr>
            </a:lvl1pPr>
          </a:lstStyle>
          <a:p>
            <a:pPr rtl="0"/>
            <a:fld id="{E2826595-62FB-4CCD-B121-F144066977C5}" type="datetime1">
              <a:rPr lang="ru-RU" noProof="0" smtClean="0"/>
              <a:t>03.05.2026</a:t>
            </a:fld>
            <a:endParaRPr lang="ru-RU" noProof="0" dirty="0"/>
          </a:p>
        </p:txBody>
      </p:sp>
      <p:sp>
        <p:nvSpPr>
          <p:cNvPr id="22" name="Нижний колонтитул 21"/>
          <p:cNvSpPr>
            <a:spLocks noGrp="1"/>
          </p:cNvSpPr>
          <p:nvPr>
            <p:ph type="ftr" sz="quarter" idx="3"/>
          </p:nvPr>
        </p:nvSpPr>
        <p:spPr>
          <a:xfrm>
            <a:off x="3556000" y="6356351"/>
            <a:ext cx="4470400" cy="36512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 eaLnBrk="1" latinLnBrk="0" hangingPunct="1">
              <a:defRPr kumimoji="0" sz="1100">
                <a:solidFill>
                  <a:schemeClr val="tx1"/>
                </a:solidFill>
              </a:defRPr>
            </a:lvl1pPr>
          </a:lstStyle>
          <a:p>
            <a:pPr rtl="0"/>
            <a:r>
              <a:rPr lang="ru-RU" noProof="0" dirty="0"/>
              <a:t>Добавить нижний колонтитул</a:t>
            </a:r>
          </a:p>
        </p:txBody>
      </p:sp>
      <p:sp>
        <p:nvSpPr>
          <p:cNvPr id="18" name="Номер слайда 17"/>
          <p:cNvSpPr>
            <a:spLocks noGrp="1"/>
          </p:cNvSpPr>
          <p:nvPr>
            <p:ph type="sldNum" sz="quarter" idx="4"/>
          </p:nvPr>
        </p:nvSpPr>
        <p:spPr>
          <a:xfrm>
            <a:off x="10566400" y="6356351"/>
            <a:ext cx="1016000" cy="36512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r" eaLnBrk="1" latinLnBrk="0" hangingPunct="1">
              <a:defRPr kumimoji="0" sz="1100">
                <a:solidFill>
                  <a:schemeClr val="tx1"/>
                </a:solidFill>
              </a:defRPr>
            </a:lvl1pPr>
          </a:lstStyle>
          <a:p>
            <a:pPr rtl="0"/>
            <a:fld id="{401CF334-2D5C-4859-84A6-CA7E6E43FAEB}" type="slidenum">
              <a:rPr lang="ru-RU" noProof="0" smtClean="0"/>
              <a:pPr/>
              <a:t>‹#›</a:t>
            </a:fld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942852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  <p:txStyles>
    <p:titleStyle>
      <a:lvl1pPr algn="l" rtl="0" eaLnBrk="1" latinLnBrk="0" hangingPunct="1">
        <a:spcBef>
          <a:spcPct val="0"/>
        </a:spcBef>
        <a:buNone/>
        <a:defRPr kumimoji="0" sz="5000" b="0" kern="1200">
          <a:ln>
            <a:noFill/>
          </a:ln>
          <a:solidFill>
            <a:schemeClr val="tx2"/>
          </a:solidFill>
          <a:effectLst/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ct val="20000"/>
        </a:spcBef>
        <a:buClr>
          <a:schemeClr val="accent3">
            <a:lumMod val="50000"/>
          </a:schemeClr>
        </a:buClr>
        <a:buSzPct val="95000"/>
        <a:buFont typeface="Wingdings 2"/>
        <a:buChar char="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indent="-246888" algn="l" rtl="0" eaLnBrk="1" latinLnBrk="0" hangingPunct="1">
        <a:spcBef>
          <a:spcPct val="20000"/>
        </a:spcBef>
        <a:buClr>
          <a:schemeClr val="accent1">
            <a:lumMod val="50000"/>
          </a:schemeClr>
        </a:buClr>
        <a:buSzPct val="85000"/>
        <a:buFont typeface="Wingdings 2"/>
        <a:buChar char=""/>
        <a:defRPr kumimoji="0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-246888" algn="l" rtl="0" eaLnBrk="1" latinLnBrk="0" hangingPunct="1">
        <a:spcBef>
          <a:spcPct val="20000"/>
        </a:spcBef>
        <a:buClr>
          <a:schemeClr val="accent2">
            <a:lumMod val="50000"/>
          </a:schemeClr>
        </a:buClr>
        <a:buSzPct val="70000"/>
        <a:buFont typeface="Wingdings 2"/>
        <a:buChar char=""/>
        <a:defRPr kumimoji="0"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188720" indent="-210312" algn="l" rtl="0" eaLnBrk="1" latinLnBrk="0" hangingPunct="1">
        <a:spcBef>
          <a:spcPct val="20000"/>
        </a:spcBef>
        <a:buClr>
          <a:schemeClr val="accent3">
            <a:lumMod val="50000"/>
          </a:schemeClr>
        </a:buClr>
        <a:buSzPct val="65000"/>
        <a:buFont typeface="Wingdings 2"/>
        <a:buChar char="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463040" indent="-210312" algn="l" rtl="0" eaLnBrk="1" latinLnBrk="0" hangingPunct="1">
        <a:spcBef>
          <a:spcPct val="20000"/>
        </a:spcBef>
        <a:buClr>
          <a:schemeClr val="accent4">
            <a:lumMod val="75000"/>
          </a:schemeClr>
        </a:buClr>
        <a:buSzPct val="65000"/>
        <a:buFont typeface="Wingdings 2"/>
        <a:buChar char="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737360" indent="-210312" algn="l" rtl="0" eaLnBrk="1" latinLnBrk="0" hangingPunct="1">
        <a:spcBef>
          <a:spcPct val="20000"/>
        </a:spcBef>
        <a:buClr>
          <a:schemeClr val="accent5">
            <a:lumMod val="50000"/>
          </a:schemeClr>
        </a:buClr>
        <a:buSzPct val="80000"/>
        <a:buFont typeface="Wingdings 2"/>
        <a:buChar char="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920240" indent="-182880" algn="l" rtl="0" eaLnBrk="1" latinLnBrk="0" hangingPunct="1">
        <a:spcBef>
          <a:spcPct val="20000"/>
        </a:spcBef>
        <a:buClr>
          <a:schemeClr val="accent6">
            <a:lumMod val="75000"/>
          </a:schemeClr>
        </a:buClr>
        <a:buSzPct val="80000"/>
        <a:buFont typeface="Wingdings 2"/>
        <a:buChar char=""/>
        <a:defRPr kumimoji="0" sz="16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194560" indent="-182880" algn="l" rtl="0" eaLnBrk="1" latinLnBrk="0" hangingPunct="1">
        <a:spcBef>
          <a:spcPct val="20000"/>
        </a:spcBef>
        <a:buClr>
          <a:schemeClr val="tx2"/>
        </a:buClr>
        <a:buChar char="•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286000" indent="0" algn="l" rtl="0" eaLnBrk="1" latinLnBrk="0" hangingPunct="1">
        <a:spcBef>
          <a:spcPct val="20000"/>
        </a:spcBef>
        <a:buClr>
          <a:schemeClr val="tx2"/>
        </a:buClr>
        <a:buFontTx/>
        <a:buNone/>
        <a:defRPr kumimoji="0" sz="14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ctrTitle"/>
          </p:nvPr>
        </p:nvSpPr>
        <p:spPr>
          <a:xfrm>
            <a:off x="-678936" y="605481"/>
            <a:ext cx="10468864" cy="1828800"/>
          </a:xfrm>
        </p:spPr>
        <p:txBody>
          <a:bodyPr rtlCol="0"/>
          <a:lstStyle/>
          <a:p>
            <a:pPr algn="ctr" rtl="0"/>
            <a:r>
              <a:rPr lang="en-US" dirty="0">
                <a:solidFill>
                  <a:schemeClr val="accent1"/>
                </a:solidFill>
              </a:rPr>
              <a:t>FinanceGuru.ru</a:t>
            </a:r>
            <a:endParaRPr lang="ru-RU" dirty="0">
              <a:solidFill>
                <a:schemeClr val="accent1"/>
              </a:solidFill>
            </a:endParaRPr>
          </a:p>
        </p:txBody>
      </p:sp>
      <p:sp>
        <p:nvSpPr>
          <p:cNvPr id="5" name="Подзаголовок 4"/>
          <p:cNvSpPr>
            <a:spLocks noGrp="1"/>
          </p:cNvSpPr>
          <p:nvPr>
            <p:ph type="subTitle" idx="1"/>
          </p:nvPr>
        </p:nvSpPr>
        <p:spPr>
          <a:xfrm>
            <a:off x="861568" y="4384119"/>
            <a:ext cx="10468863" cy="1752600"/>
          </a:xfrm>
        </p:spPr>
        <p:txBody>
          <a:bodyPr rtlCol="0"/>
          <a:lstStyle/>
          <a:p>
            <a:pPr rtl="0"/>
            <a:r>
              <a:rPr lang="ru-RU" dirty="0"/>
              <a:t>Подготовили:</a:t>
            </a:r>
          </a:p>
          <a:p>
            <a:pPr rtl="0"/>
            <a:r>
              <a:rPr lang="ru-RU" dirty="0"/>
              <a:t>Дмитрий </a:t>
            </a:r>
            <a:r>
              <a:rPr lang="ru-RU" dirty="0" err="1"/>
              <a:t>Вервейко</a:t>
            </a:r>
            <a:br>
              <a:rPr lang="ru-RU" dirty="0"/>
            </a:br>
            <a:r>
              <a:rPr lang="ru-RU" dirty="0"/>
              <a:t>Шишкин Андрей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BB447D-A727-172B-4206-E6BA2117BFBC}"/>
              </a:ext>
            </a:extLst>
          </p:cNvPr>
          <p:cNvSpPr txBox="1"/>
          <p:nvPr/>
        </p:nvSpPr>
        <p:spPr>
          <a:xfrm>
            <a:off x="1865960" y="2688449"/>
            <a:ext cx="7524577" cy="461665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r>
              <a:rPr lang="ru-RU" sz="2400" dirty="0"/>
              <a:t>Финансовый портал в стиле 2007</a:t>
            </a:r>
          </a:p>
        </p:txBody>
      </p:sp>
    </p:spTree>
    <p:extLst>
      <p:ext uri="{BB962C8B-B14F-4D97-AF65-F5344CB8AC3E}">
        <p14:creationId xmlns:p14="http://schemas.microsoft.com/office/powerpoint/2010/main" val="35496286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609600" y="484882"/>
            <a:ext cx="10972800" cy="1143000"/>
          </a:xfrm>
        </p:spPr>
        <p:txBody>
          <a:bodyPr rtlCol="0"/>
          <a:lstStyle/>
          <a:p>
            <a:pPr rtl="0"/>
            <a:r>
              <a:rPr lang="ru-RU" dirty="0">
                <a:solidFill>
                  <a:srgbClr val="C00000"/>
                </a:solidFill>
                <a:latin typeface="+mn-lt"/>
                <a:cs typeface="Arial" panose="020B0604020202020204" pitchFamily="34" charset="0"/>
              </a:rPr>
              <a:t>Что это за проект</a:t>
            </a:r>
            <a:r>
              <a:rPr lang="en-US" dirty="0">
                <a:solidFill>
                  <a:srgbClr val="C00000"/>
                </a:solidFill>
                <a:latin typeface="+mn-lt"/>
                <a:cs typeface="Arial" panose="020B0604020202020204" pitchFamily="34" charset="0"/>
              </a:rPr>
              <a:t>?</a:t>
            </a:r>
            <a:endParaRPr lang="ru-RU" dirty="0">
              <a:solidFill>
                <a:srgbClr val="C00000"/>
              </a:solidFill>
              <a:latin typeface="+mn-lt"/>
              <a:cs typeface="Arial" panose="020B0604020202020204" pitchFamily="34" charset="0"/>
            </a:endParaRPr>
          </a:p>
        </p:txBody>
      </p:sp>
      <p:sp>
        <p:nvSpPr>
          <p:cNvPr id="2" name="Объект 1"/>
          <p:cNvSpPr>
            <a:spLocks noGrp="1"/>
          </p:cNvSpPr>
          <p:nvPr>
            <p:ph idx="1"/>
          </p:nvPr>
        </p:nvSpPr>
        <p:spPr/>
        <p:txBody>
          <a:bodyPr rtlCol="0"/>
          <a:lstStyle/>
          <a:p>
            <a:pPr rtl="0"/>
            <a:r>
              <a:rPr lang="ru-RU" dirty="0"/>
              <a:t>📌 FinanceGuru.ru - это финансовый сайт</a:t>
            </a:r>
          </a:p>
          <a:p>
            <a:pPr rtl="0"/>
            <a:endParaRPr lang="ru-RU" dirty="0"/>
          </a:p>
          <a:p>
            <a:pPr rtl="0"/>
            <a:r>
              <a:rPr lang="ru-RU" dirty="0"/>
              <a:t>🎯 Стиль: "Русский интернет 2007 года"</a:t>
            </a:r>
          </a:p>
          <a:p>
            <a:pPr rtl="0"/>
            <a:endParaRPr lang="ru-RU" dirty="0"/>
          </a:p>
          <a:p>
            <a:pPr rtl="0"/>
            <a:r>
              <a:rPr lang="ru-RU" dirty="0"/>
              <a:t>🤖 Главная фишка: умный бот-советник</a:t>
            </a:r>
          </a:p>
          <a:p>
            <a:pPr rtl="0"/>
            <a:endParaRPr lang="ru-RU" dirty="0"/>
          </a:p>
          <a:p>
            <a:pPr rtl="0"/>
            <a:r>
              <a:rPr lang="ru-RU" dirty="0"/>
              <a:t>💡 Идея: ностальгия + ИИ внутри</a:t>
            </a:r>
          </a:p>
        </p:txBody>
      </p:sp>
    </p:spTree>
    <p:extLst>
      <p:ext uri="{BB962C8B-B14F-4D97-AF65-F5344CB8AC3E}">
        <p14:creationId xmlns:p14="http://schemas.microsoft.com/office/powerpoint/2010/main" val="15089102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-104384" y="616406"/>
            <a:ext cx="10972800" cy="1143000"/>
          </a:xfrm>
        </p:spPr>
        <p:txBody>
          <a:bodyPr rtlCol="0">
            <a:normAutofit/>
          </a:bodyPr>
          <a:lstStyle/>
          <a:p>
            <a:pPr rtl="0"/>
            <a:r>
              <a:rPr lang="ru-RU" dirty="0">
                <a:solidFill>
                  <a:srgbClr val="C00000"/>
                </a:solidFill>
                <a:latin typeface="+mn-lt"/>
              </a:rPr>
              <a:t>     Что делает </a:t>
            </a:r>
            <a:r>
              <a:rPr lang="en-US" dirty="0">
                <a:solidFill>
                  <a:srgbClr val="C00000"/>
                </a:solidFill>
                <a:latin typeface="+mn-lt"/>
              </a:rPr>
              <a:t>“</a:t>
            </a:r>
            <a:r>
              <a:rPr lang="ru-RU" dirty="0">
                <a:solidFill>
                  <a:srgbClr val="C00000"/>
                </a:solidFill>
                <a:latin typeface="+mn-lt"/>
              </a:rPr>
              <a:t>Бот</a:t>
            </a:r>
            <a:r>
              <a:rPr lang="en-US" dirty="0">
                <a:solidFill>
                  <a:srgbClr val="C00000"/>
                </a:solidFill>
                <a:latin typeface="+mn-lt"/>
              </a:rPr>
              <a:t>”?</a:t>
            </a:r>
            <a:endParaRPr lang="ru-RU" dirty="0">
              <a:solidFill>
                <a:srgbClr val="C00000"/>
              </a:solidFill>
              <a:latin typeface="+mn-lt"/>
            </a:endParaRPr>
          </a:p>
        </p:txBody>
      </p:sp>
      <p:sp>
        <p:nvSpPr>
          <p:cNvPr id="2" name="Объект 1"/>
          <p:cNvSpPr>
            <a:spLocks noGrp="1"/>
          </p:cNvSpPr>
          <p:nvPr>
            <p:ph idx="1"/>
          </p:nvPr>
        </p:nvSpPr>
        <p:spPr>
          <a:xfrm>
            <a:off x="741378" y="1810490"/>
            <a:ext cx="8327721" cy="723169"/>
          </a:xfrm>
        </p:spPr>
        <p:txBody>
          <a:bodyPr rtlCol="0">
            <a:normAutofit/>
          </a:bodyPr>
          <a:lstStyle/>
          <a:p>
            <a:pPr marL="0" indent="0" rtl="0">
              <a:buNone/>
            </a:pPr>
            <a:r>
              <a:rPr lang="ru-RU" sz="2800" dirty="0"/>
              <a:t>Это </a:t>
            </a:r>
            <a:r>
              <a:rPr lang="en-US" sz="2800" dirty="0"/>
              <a:t>AI</a:t>
            </a:r>
            <a:r>
              <a:rPr lang="ru-RU" sz="2800" dirty="0"/>
              <a:t>-чат, который даёт советы </a:t>
            </a:r>
            <a:r>
              <a:rPr lang="ru-RU" sz="2800"/>
              <a:t>по финансам</a:t>
            </a:r>
            <a:endParaRPr lang="ru-RU" sz="2800" dirty="0"/>
          </a:p>
        </p:txBody>
      </p:sp>
      <p:sp>
        <p:nvSpPr>
          <p:cNvPr id="6" name="Объект 1">
            <a:extLst>
              <a:ext uri="{FF2B5EF4-FFF2-40B4-BE49-F238E27FC236}">
                <a16:creationId xmlns:a16="http://schemas.microsoft.com/office/drawing/2014/main" id="{7972084B-3AE9-B515-1C1A-6BA877D3023D}"/>
              </a:ext>
            </a:extLst>
          </p:cNvPr>
          <p:cNvSpPr txBox="1">
            <a:spLocks/>
          </p:cNvSpPr>
          <p:nvPr/>
        </p:nvSpPr>
        <p:spPr>
          <a:xfrm>
            <a:off x="858765" y="2550537"/>
            <a:ext cx="6936269" cy="3691057"/>
          </a:xfrm>
          <a:prstGeom prst="rect">
            <a:avLst/>
          </a:prstGeom>
        </p:spPr>
        <p:txBody>
          <a:bodyPr vert="horz" rtlCol="0">
            <a:noAutofit/>
          </a:bodyPr>
          <a:lstStyle>
            <a:lvl1pPr marL="274320" indent="-274320" algn="l" rtl="0" eaLnBrk="1" latinLnBrk="0" hangingPunct="1">
              <a:spcBef>
                <a:spcPct val="20000"/>
              </a:spcBef>
              <a:buClr>
                <a:schemeClr val="accent3">
                  <a:lumMod val="50000"/>
                </a:schemeClr>
              </a:buClr>
              <a:buSzPct val="95000"/>
              <a:buFont typeface="Wingdings 2"/>
              <a:buChar char="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0080" indent="-246888" algn="l" rtl="0" eaLnBrk="1" latinLnBrk="0" hangingPunct="1">
              <a:spcBef>
                <a:spcPct val="20000"/>
              </a:spcBef>
              <a:buClr>
                <a:schemeClr val="accent1">
                  <a:lumMod val="50000"/>
                </a:schemeClr>
              </a:buClr>
              <a:buSzPct val="85000"/>
              <a:buFont typeface="Wingdings 2"/>
              <a:buChar char=""/>
              <a:defRPr kumimoji="0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-246888" algn="l" rtl="0" eaLnBrk="1" latinLnBrk="0" hangingPunct="1">
              <a:spcBef>
                <a:spcPct val="20000"/>
              </a:spcBef>
              <a:buClr>
                <a:schemeClr val="accent2">
                  <a:lumMod val="50000"/>
                </a:schemeClr>
              </a:buClr>
              <a:buSzPct val="70000"/>
              <a:buFont typeface="Wingdings 2"/>
              <a:buChar char=""/>
              <a:defRPr kumimoji="0"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88720" indent="-210312" algn="l" rtl="0" eaLnBrk="1" latinLnBrk="0" hangingPunct="1">
              <a:spcBef>
                <a:spcPct val="20000"/>
              </a:spcBef>
              <a:buClr>
                <a:schemeClr val="accent3">
                  <a:lumMod val="50000"/>
                </a:schemeClr>
              </a:buClr>
              <a:buSzPct val="65000"/>
              <a:buFont typeface="Wingdings 2"/>
              <a:buChar char="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463040" indent="-210312" algn="l" rtl="0" eaLnBrk="1" latinLnBrk="0" hangingPunct="1">
              <a:spcBef>
                <a:spcPct val="20000"/>
              </a:spcBef>
              <a:buClr>
                <a:schemeClr val="accent4">
                  <a:lumMod val="75000"/>
                </a:schemeClr>
              </a:buClr>
              <a:buSzPct val="65000"/>
              <a:buFont typeface="Wingdings 2"/>
              <a:buChar char="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37360" indent="-210312" algn="l" rtl="0" eaLnBrk="1" latinLnBrk="0" hangingPunct="1">
              <a:spcBef>
                <a:spcPct val="20000"/>
              </a:spcBef>
              <a:buClr>
                <a:schemeClr val="accent5">
                  <a:lumMod val="50000"/>
                </a:schemeClr>
              </a:buClr>
              <a:buSzPct val="80000"/>
              <a:buFont typeface="Wingdings 2"/>
              <a:buChar char="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20240" indent="-182880" algn="l" rtl="0" eaLnBrk="1" latinLnBrk="0" hangingPunct="1">
              <a:spcBef>
                <a:spcPct val="20000"/>
              </a:spcBef>
              <a:buClr>
                <a:schemeClr val="accent6">
                  <a:lumMod val="75000"/>
                </a:schemeClr>
              </a:buClr>
              <a:buSzPct val="80000"/>
              <a:buFont typeface="Wingdings 2"/>
              <a:buChar char=""/>
              <a:defRPr kumimoji="0"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94560" indent="-182880" algn="l" rtl="0" eaLnBrk="1" latinLnBrk="0" hangingPunct="1">
              <a:spcBef>
                <a:spcPct val="20000"/>
              </a:spcBef>
              <a:buClr>
                <a:schemeClr val="tx2"/>
              </a:buClr>
              <a:buChar char="•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286000" indent="0" algn="l" rtl="0" eaLnBrk="1" latinLnBrk="0" hangingPunct="1">
              <a:spcBef>
                <a:spcPct val="20000"/>
              </a:spcBef>
              <a:buClr>
                <a:schemeClr val="tx2"/>
              </a:buClr>
              <a:buFontTx/>
              <a:buNone/>
              <a:defRPr kumimoji="0"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/>
              <a:buNone/>
            </a:pPr>
            <a:r>
              <a:rPr lang="ru-RU" sz="2800" dirty="0"/>
              <a:t>⚙️ </a:t>
            </a:r>
            <a:r>
              <a:rPr lang="ru-RU" sz="2800" dirty="0">
                <a:solidFill>
                  <a:srgbClr val="C00000"/>
                </a:solidFill>
              </a:rPr>
              <a:t>КАК РАБОТАЕТ:</a:t>
            </a:r>
          </a:p>
          <a:p>
            <a:pPr marL="0" indent="0">
              <a:buFont typeface="Wingdings 2"/>
              <a:buNone/>
            </a:pPr>
            <a:endParaRPr lang="ru-RU" sz="1800" dirty="0"/>
          </a:p>
          <a:p>
            <a:pPr marL="0" indent="0">
              <a:buFont typeface="Wingdings 2"/>
              <a:buNone/>
            </a:pPr>
            <a:r>
              <a:rPr lang="ru-RU" sz="2400" dirty="0"/>
              <a:t>    1️⃣ Пользователь пишет вопрос</a:t>
            </a:r>
          </a:p>
          <a:p>
            <a:pPr marL="0" indent="0">
              <a:buFont typeface="Wingdings 2"/>
              <a:buNone/>
            </a:pPr>
            <a:r>
              <a:rPr lang="ru-RU" sz="2400" dirty="0"/>
              <a:t>    2️⃣ Сервер получает сообщение</a:t>
            </a:r>
          </a:p>
          <a:p>
            <a:pPr marL="0" indent="0">
              <a:buFont typeface="Wingdings 2"/>
              <a:buNone/>
            </a:pPr>
            <a:r>
              <a:rPr lang="ru-RU" sz="2400" dirty="0"/>
              <a:t>    3️⃣ Добавляет "личность" бота</a:t>
            </a:r>
          </a:p>
          <a:p>
            <a:pPr marL="0" indent="0">
              <a:buFont typeface="Wingdings 2"/>
              <a:buNone/>
            </a:pPr>
            <a:r>
              <a:rPr lang="ru-RU" sz="2400" dirty="0"/>
              <a:t>    4️⃣ Отправляет в </a:t>
            </a:r>
            <a:r>
              <a:rPr lang="ru-RU" sz="2400" dirty="0" err="1"/>
              <a:t>OpenRouter</a:t>
            </a:r>
            <a:r>
              <a:rPr lang="ru-RU" sz="2400" dirty="0"/>
              <a:t> (GPT-4)</a:t>
            </a:r>
          </a:p>
          <a:p>
            <a:pPr marL="0" indent="0">
              <a:buFont typeface="Wingdings 2"/>
              <a:buNone/>
            </a:pPr>
            <a:r>
              <a:rPr lang="ru-RU" sz="2400" dirty="0"/>
              <a:t>    5️⃣ ИИ генерирует ответ</a:t>
            </a:r>
          </a:p>
          <a:p>
            <a:pPr marL="0" indent="0">
              <a:buFont typeface="Wingdings 2"/>
              <a:buNone/>
            </a:pPr>
            <a:r>
              <a:rPr lang="ru-RU" sz="2400" dirty="0"/>
              <a:t>    6️⃣ Ответ приходит пользователю</a:t>
            </a:r>
          </a:p>
          <a:p>
            <a:pPr marL="0" indent="0">
              <a:buFont typeface="Wingdings 2"/>
              <a:buNone/>
            </a:pPr>
            <a:r>
              <a:rPr lang="ru-RU" sz="2400" dirty="0"/>
              <a:t>    ⏱️ Всё происходит за 1-3 секунды</a:t>
            </a:r>
          </a:p>
        </p:txBody>
      </p:sp>
    </p:spTree>
    <p:extLst>
      <p:ext uri="{BB962C8B-B14F-4D97-AF65-F5344CB8AC3E}">
        <p14:creationId xmlns:p14="http://schemas.microsoft.com/office/powerpoint/2010/main" val="33395540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609600" y="523798"/>
            <a:ext cx="10972800" cy="1152765"/>
          </a:xfrm>
        </p:spPr>
        <p:txBody>
          <a:bodyPr rtlCol="0"/>
          <a:lstStyle/>
          <a:p>
            <a:pPr rtl="0"/>
            <a:r>
              <a:rPr lang="ru-RU" dirty="0">
                <a:solidFill>
                  <a:srgbClr val="C00000"/>
                </a:solidFill>
                <a:latin typeface="+mn-lt"/>
              </a:rPr>
              <a:t>Работа с валютами</a:t>
            </a:r>
          </a:p>
        </p:txBody>
      </p:sp>
      <p:sp>
        <p:nvSpPr>
          <p:cNvPr id="2" name="Объект 1"/>
          <p:cNvSpPr>
            <a:spLocks noGrp="1"/>
          </p:cNvSpPr>
          <p:nvPr>
            <p:ph idx="1"/>
          </p:nvPr>
        </p:nvSpPr>
        <p:spPr>
          <a:xfrm>
            <a:off x="0" y="2053766"/>
            <a:ext cx="6003324" cy="3358409"/>
          </a:xfrm>
        </p:spPr>
        <p:txBody>
          <a:bodyPr rtlCol="0"/>
          <a:lstStyle/>
          <a:p>
            <a:pPr marL="0" indent="0" rtl="0">
              <a:buNone/>
            </a:pPr>
            <a:r>
              <a:rPr lang="ru-RU" dirty="0"/>
              <a:t>📊 ОТКУДА БЕРУТСЯ КУРСЫ:</a:t>
            </a:r>
          </a:p>
          <a:p>
            <a:pPr rtl="0"/>
            <a:endParaRPr lang="ru-RU" dirty="0"/>
          </a:p>
          <a:p>
            <a:pPr marL="0" indent="0" rtl="0">
              <a:buNone/>
            </a:pPr>
            <a:r>
              <a:rPr lang="ru-RU" dirty="0"/>
              <a:t>🔹 </a:t>
            </a:r>
            <a:r>
              <a:rPr lang="en-US" dirty="0" err="1"/>
              <a:t>ExchangeRate</a:t>
            </a:r>
            <a:r>
              <a:rPr lang="en-US" dirty="0"/>
              <a:t> API (</a:t>
            </a:r>
            <a:r>
              <a:rPr lang="ru-RU" dirty="0"/>
              <a:t>основной)</a:t>
            </a:r>
          </a:p>
          <a:p>
            <a:pPr rtl="0"/>
            <a:endParaRPr lang="ru-RU" dirty="0"/>
          </a:p>
          <a:p>
            <a:pPr marL="0" indent="0" rtl="0">
              <a:buNone/>
            </a:pPr>
            <a:r>
              <a:rPr lang="ru-RU" dirty="0"/>
              <a:t>🔹 </a:t>
            </a:r>
            <a:r>
              <a:rPr lang="en-US" dirty="0"/>
              <a:t>Currency API (</a:t>
            </a:r>
            <a:r>
              <a:rPr lang="ru-RU" dirty="0"/>
              <a:t>резервный)</a:t>
            </a:r>
          </a:p>
          <a:p>
            <a:pPr rtl="0"/>
            <a:endParaRPr lang="ru-RU" dirty="0"/>
          </a:p>
          <a:p>
            <a:pPr marL="0" indent="0" rtl="0">
              <a:buNone/>
            </a:pPr>
            <a:r>
              <a:rPr lang="ru-RU" dirty="0"/>
              <a:t>🕐 Обновление: каждые 10 минут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9302208-7BDD-A161-A975-FF551B5DFB96}"/>
              </a:ext>
            </a:extLst>
          </p:cNvPr>
          <p:cNvSpPr txBox="1"/>
          <p:nvPr/>
        </p:nvSpPr>
        <p:spPr>
          <a:xfrm>
            <a:off x="8386712" y="2863713"/>
            <a:ext cx="3619936" cy="2677656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 marL="0" indent="0" rtl="0">
              <a:buNone/>
            </a:pPr>
            <a:r>
              <a:rPr lang="ru-RU" sz="2400" dirty="0"/>
              <a:t>🇨🇳 </a:t>
            </a:r>
            <a:r>
              <a:rPr lang="en-US" sz="2400" dirty="0"/>
              <a:t>CNY - </a:t>
            </a:r>
            <a:r>
              <a:rPr lang="ru-RU" sz="2400" dirty="0"/>
              <a:t>Юань</a:t>
            </a:r>
          </a:p>
          <a:p>
            <a:pPr marL="0" indent="0" rtl="0">
              <a:buNone/>
            </a:pPr>
            <a:endParaRPr lang="ru-RU" sz="2400" dirty="0"/>
          </a:p>
          <a:p>
            <a:pPr marL="0" indent="0" rtl="0">
              <a:buNone/>
            </a:pPr>
            <a:r>
              <a:rPr lang="ru-RU" sz="2400" dirty="0"/>
              <a:t>🇧🇾 </a:t>
            </a:r>
            <a:r>
              <a:rPr lang="en-US" sz="2400" dirty="0"/>
              <a:t>BYN - </a:t>
            </a:r>
            <a:r>
              <a:rPr lang="ru-RU" sz="2400" dirty="0" err="1"/>
              <a:t>Бел.рубль</a:t>
            </a:r>
            <a:endParaRPr lang="ru-RU" sz="2400" dirty="0"/>
          </a:p>
          <a:p>
            <a:pPr marL="0" indent="0" rtl="0">
              <a:buNone/>
            </a:pPr>
            <a:endParaRPr lang="ru-RU" sz="2400" dirty="0"/>
          </a:p>
          <a:p>
            <a:pPr marL="0" indent="0" rtl="0">
              <a:buNone/>
            </a:pPr>
            <a:r>
              <a:rPr lang="ru-RU" sz="2400" dirty="0"/>
              <a:t>🇺🇦 </a:t>
            </a:r>
            <a:r>
              <a:rPr lang="en-US" sz="2400" dirty="0"/>
              <a:t>UAH - </a:t>
            </a:r>
            <a:r>
              <a:rPr lang="ru-RU" sz="2400" dirty="0"/>
              <a:t>Гривна</a:t>
            </a:r>
          </a:p>
          <a:p>
            <a:pPr marL="0" indent="0" rtl="0">
              <a:buNone/>
            </a:pPr>
            <a:endParaRPr lang="ru-RU" sz="2400" dirty="0"/>
          </a:p>
          <a:p>
            <a:pPr marL="0" indent="0" rtl="0">
              <a:buNone/>
            </a:pPr>
            <a:r>
              <a:rPr lang="ru-RU" sz="2400" dirty="0"/>
              <a:t>🇰🇿 </a:t>
            </a:r>
            <a:r>
              <a:rPr lang="en-US" sz="2400" dirty="0"/>
              <a:t>KZT - </a:t>
            </a:r>
            <a:r>
              <a:rPr lang="ru-RU" sz="2400" dirty="0"/>
              <a:t>Тенге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22935A1-8B75-13CD-36F7-3F5A822350AB}"/>
              </a:ext>
            </a:extLst>
          </p:cNvPr>
          <p:cNvSpPr txBox="1"/>
          <p:nvPr/>
        </p:nvSpPr>
        <p:spPr>
          <a:xfrm>
            <a:off x="5652595" y="2053766"/>
            <a:ext cx="6003324" cy="3477875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r>
              <a:rPr lang="ru-RU" sz="2400" dirty="0"/>
              <a:t>💱 </a:t>
            </a:r>
            <a:r>
              <a:rPr lang="ru-RU" sz="2600" dirty="0"/>
              <a:t>КАКИЕ ВАЛЮТЫ ДОСТУПНЫ:</a:t>
            </a:r>
          </a:p>
          <a:p>
            <a:endParaRPr lang="ru-RU" sz="2600" dirty="0"/>
          </a:p>
          <a:p>
            <a:r>
              <a:rPr lang="ru-RU" sz="2400" dirty="0"/>
              <a:t>🇺🇸 </a:t>
            </a:r>
            <a:r>
              <a:rPr lang="en-US" sz="2400" dirty="0"/>
              <a:t>USD - </a:t>
            </a:r>
            <a:r>
              <a:rPr lang="ru-RU" sz="2400" dirty="0"/>
              <a:t>Доллар</a:t>
            </a:r>
          </a:p>
          <a:p>
            <a:endParaRPr lang="ru-RU" sz="2400" dirty="0"/>
          </a:p>
          <a:p>
            <a:r>
              <a:rPr lang="ru-RU" sz="2400" dirty="0"/>
              <a:t>🇬🇧 </a:t>
            </a:r>
            <a:r>
              <a:rPr lang="en-US" sz="2400" dirty="0"/>
              <a:t>GBP - </a:t>
            </a:r>
            <a:r>
              <a:rPr lang="ru-RU" sz="2400" dirty="0"/>
              <a:t>Фунт</a:t>
            </a:r>
          </a:p>
          <a:p>
            <a:endParaRPr lang="ru-RU" sz="2400" dirty="0"/>
          </a:p>
          <a:p>
            <a:r>
              <a:rPr lang="ru-RU" sz="2400" dirty="0"/>
              <a:t>🇪🇺 </a:t>
            </a:r>
            <a:r>
              <a:rPr lang="en-US" sz="2400" dirty="0"/>
              <a:t>EUR - </a:t>
            </a:r>
            <a:r>
              <a:rPr lang="ru-RU" sz="2400" dirty="0"/>
              <a:t>Евро</a:t>
            </a:r>
          </a:p>
          <a:p>
            <a:endParaRPr lang="ru-RU" sz="2400" dirty="0"/>
          </a:p>
          <a:p>
            <a:r>
              <a:rPr lang="ru-RU" sz="2400" dirty="0"/>
              <a:t>🇯🇵 </a:t>
            </a:r>
            <a:r>
              <a:rPr lang="en-US" sz="2400" dirty="0"/>
              <a:t>JPY - </a:t>
            </a:r>
            <a:r>
              <a:rPr lang="ru-RU" sz="2400" dirty="0"/>
              <a:t>Йена</a:t>
            </a:r>
          </a:p>
        </p:txBody>
      </p:sp>
    </p:spTree>
    <p:extLst>
      <p:ext uri="{BB962C8B-B14F-4D97-AF65-F5344CB8AC3E}">
        <p14:creationId xmlns:p14="http://schemas.microsoft.com/office/powerpoint/2010/main" val="1150854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365342" y="672773"/>
            <a:ext cx="10972800" cy="1143000"/>
          </a:xfrm>
        </p:spPr>
        <p:txBody>
          <a:bodyPr rtlCol="0"/>
          <a:lstStyle/>
          <a:p>
            <a:pPr rtl="0"/>
            <a:r>
              <a:rPr lang="ru-RU" dirty="0">
                <a:solidFill>
                  <a:srgbClr val="C00000"/>
                </a:solidFill>
                <a:latin typeface="+mn-lt"/>
              </a:rPr>
              <a:t>Калькулятор банковского вклада</a:t>
            </a:r>
          </a:p>
        </p:txBody>
      </p:sp>
      <p:sp>
        <p:nvSpPr>
          <p:cNvPr id="2" name="Объект 1"/>
          <p:cNvSpPr>
            <a:spLocks noGrp="1"/>
          </p:cNvSpPr>
          <p:nvPr>
            <p:ph idx="1"/>
          </p:nvPr>
        </p:nvSpPr>
        <p:spPr>
          <a:xfrm>
            <a:off x="365342" y="1945719"/>
            <a:ext cx="8296405" cy="2680361"/>
          </a:xfrm>
        </p:spPr>
        <p:txBody>
          <a:bodyPr rtlCol="0"/>
          <a:lstStyle/>
          <a:p>
            <a:pPr marL="0" indent="0" rtl="0">
              <a:buNone/>
            </a:pPr>
            <a:r>
              <a:rPr lang="ru-RU" dirty="0"/>
              <a:t>Считает, сколько денег вы заработаете на банковском вкладе!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3A138D-7BA7-EE26-F786-E30C95AF63EC}"/>
              </a:ext>
            </a:extLst>
          </p:cNvPr>
          <p:cNvSpPr txBox="1"/>
          <p:nvPr/>
        </p:nvSpPr>
        <p:spPr>
          <a:xfrm>
            <a:off x="365342" y="3047866"/>
            <a:ext cx="6109570" cy="341632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r>
              <a:rPr lang="ru-RU" sz="2400" dirty="0"/>
              <a:t>📊 ВВОД ДАННЫХ:</a:t>
            </a:r>
          </a:p>
          <a:p>
            <a:endParaRPr lang="ru-RU" sz="2400" dirty="0"/>
          </a:p>
          <a:p>
            <a:r>
              <a:rPr lang="ru-RU" sz="2400" dirty="0"/>
              <a:t>1️⃣ Сумма вклада (₽)</a:t>
            </a:r>
          </a:p>
          <a:p>
            <a:endParaRPr lang="ru-RU" sz="2400" dirty="0"/>
          </a:p>
          <a:p>
            <a:r>
              <a:rPr lang="ru-RU" sz="2400" dirty="0"/>
              <a:t>2️⃣ Процентная ставка (%)</a:t>
            </a:r>
          </a:p>
          <a:p>
            <a:endParaRPr lang="ru-RU" sz="2400" dirty="0"/>
          </a:p>
          <a:p>
            <a:r>
              <a:rPr lang="ru-RU" sz="2400" dirty="0"/>
              <a:t>3️⃣ Срок (месяцы)</a:t>
            </a:r>
          </a:p>
          <a:p>
            <a:endParaRPr lang="ru-RU" sz="2400" dirty="0"/>
          </a:p>
          <a:p>
            <a:r>
              <a:rPr lang="ru-RU" sz="2400" dirty="0"/>
              <a:t>4️⃣ Капитализация (да/нет)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0EA412C-159D-AFCF-9853-611A49FC0DC6}"/>
              </a:ext>
            </a:extLst>
          </p:cNvPr>
          <p:cNvSpPr txBox="1"/>
          <p:nvPr/>
        </p:nvSpPr>
        <p:spPr>
          <a:xfrm>
            <a:off x="5606962" y="5570559"/>
            <a:ext cx="6109570" cy="83099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ru-RU" sz="2400" dirty="0">
                <a:solidFill>
                  <a:schemeClr val="accent1">
                    <a:lumMod val="75000"/>
                  </a:schemeClr>
                </a:solidFill>
              </a:rPr>
              <a:t>🎯 Можно сравнить разные банки и выбрать лучший вклад!</a:t>
            </a:r>
          </a:p>
        </p:txBody>
      </p:sp>
    </p:spTree>
    <p:extLst>
      <p:ext uri="{BB962C8B-B14F-4D97-AF65-F5344CB8AC3E}">
        <p14:creationId xmlns:p14="http://schemas.microsoft.com/office/powerpoint/2010/main" val="32520080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609600" y="265422"/>
            <a:ext cx="10972800" cy="1143000"/>
          </a:xfrm>
        </p:spPr>
        <p:txBody>
          <a:bodyPr rtlCol="0">
            <a:normAutofit/>
          </a:bodyPr>
          <a:lstStyle/>
          <a:p>
            <a:pPr algn="ctr" rtl="0"/>
            <a:r>
              <a:rPr lang="ru-RU" sz="5400" dirty="0">
                <a:solidFill>
                  <a:srgbClr val="C00000"/>
                </a:solidFill>
                <a:latin typeface="+mn-lt"/>
              </a:rPr>
              <a:t>Технические особенности </a:t>
            </a:r>
          </a:p>
        </p:txBody>
      </p:sp>
      <p:sp>
        <p:nvSpPr>
          <p:cNvPr id="2" name="Объект 1"/>
          <p:cNvSpPr>
            <a:spLocks noGrp="1"/>
          </p:cNvSpPr>
          <p:nvPr>
            <p:ph idx="1"/>
          </p:nvPr>
        </p:nvSpPr>
        <p:spPr>
          <a:xfrm>
            <a:off x="2488344" y="1447166"/>
            <a:ext cx="6117622" cy="2031778"/>
          </a:xfrm>
        </p:spPr>
        <p:txBody>
          <a:bodyPr rtlCol="0">
            <a:normAutofit fontScale="92500"/>
          </a:bodyPr>
          <a:lstStyle/>
          <a:p>
            <a:pPr marL="0" indent="0" rtl="0">
              <a:buNone/>
            </a:pPr>
            <a:r>
              <a:rPr lang="ru-RU" dirty="0"/>
              <a:t>🔁 ДВА ИСТОЧНИКА КУРСОВ:</a:t>
            </a:r>
          </a:p>
          <a:p>
            <a:pPr marL="0" indent="0" rtl="0">
              <a:buNone/>
            </a:pPr>
            <a:endParaRPr lang="ru-RU" dirty="0"/>
          </a:p>
          <a:p>
            <a:pPr marL="0" indent="0" rtl="0">
              <a:buNone/>
            </a:pPr>
            <a:r>
              <a:rPr lang="ru-RU" dirty="0"/>
              <a:t>Если основной API недоступен, автоматически подключается резервный!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06C340F-4B55-511F-4454-299DD44CCDFC}"/>
              </a:ext>
            </a:extLst>
          </p:cNvPr>
          <p:cNvSpPr txBox="1"/>
          <p:nvPr/>
        </p:nvSpPr>
        <p:spPr>
          <a:xfrm>
            <a:off x="6431690" y="3299756"/>
            <a:ext cx="6110416" cy="3416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ru-RU" sz="2400" dirty="0"/>
              <a:t>🎲 ПСЕВДО-СЧЁТЧИКИ:</a:t>
            </a:r>
          </a:p>
          <a:p>
            <a:endParaRPr lang="ru-RU" sz="2400" dirty="0"/>
          </a:p>
          <a:p>
            <a:r>
              <a:rPr lang="ru-RU" sz="2400" dirty="0"/>
              <a:t>🔹 Онлайн меняется каждые 18 секунд</a:t>
            </a:r>
          </a:p>
          <a:p>
            <a:endParaRPr lang="ru-RU" sz="2400" dirty="0"/>
          </a:p>
          <a:p>
            <a:r>
              <a:rPr lang="ru-RU" sz="2400" dirty="0"/>
              <a:t>🔹 создаёт эффект "живого" сайта</a:t>
            </a:r>
          </a:p>
          <a:p>
            <a:endParaRPr lang="ru-RU" sz="2400" dirty="0"/>
          </a:p>
          <a:p>
            <a:r>
              <a:rPr lang="ru-RU" sz="2400" dirty="0"/>
              <a:t>🔹 Было: 23 чел. Онлайн</a:t>
            </a:r>
          </a:p>
          <a:p>
            <a:endParaRPr lang="ru-RU" sz="2400" dirty="0"/>
          </a:p>
          <a:p>
            <a:r>
              <a:rPr lang="ru-RU" sz="2400" dirty="0"/>
              <a:t>🔹 Стало: 31 чел. онлайн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C8834D4-9AF6-3ED0-4095-54F96C8DEEAC}"/>
              </a:ext>
            </a:extLst>
          </p:cNvPr>
          <p:cNvSpPr txBox="1"/>
          <p:nvPr/>
        </p:nvSpPr>
        <p:spPr>
          <a:xfrm>
            <a:off x="309433" y="3299756"/>
            <a:ext cx="6246340" cy="267765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ru-RU" sz="2400" dirty="0"/>
              <a:t>🧠 КЭШИРОВАНИЕ:</a:t>
            </a:r>
          </a:p>
          <a:p>
            <a:endParaRPr lang="ru-RU" sz="2400" dirty="0"/>
          </a:p>
          <a:p>
            <a:r>
              <a:rPr lang="ru-RU" sz="2400" dirty="0"/>
              <a:t>🔹 Курсы сохраняются на 10 минут</a:t>
            </a:r>
          </a:p>
          <a:p>
            <a:endParaRPr lang="ru-RU" sz="2400" dirty="0"/>
          </a:p>
          <a:p>
            <a:r>
              <a:rPr lang="ru-RU" sz="2400" dirty="0"/>
              <a:t>🔹 меньше запросов к API</a:t>
            </a:r>
          </a:p>
          <a:p>
            <a:endParaRPr lang="ru-RU" sz="2400" dirty="0"/>
          </a:p>
          <a:p>
            <a:r>
              <a:rPr lang="ru-RU" sz="2400" dirty="0"/>
              <a:t>🔹 быстрее загрузка сайта</a:t>
            </a:r>
          </a:p>
        </p:txBody>
      </p:sp>
    </p:spTree>
    <p:extLst>
      <p:ext uri="{BB962C8B-B14F-4D97-AF65-F5344CB8AC3E}">
        <p14:creationId xmlns:p14="http://schemas.microsoft.com/office/powerpoint/2010/main" val="14194538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6B20289-C2D8-429B-87B8-158D444C28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CE6BE1D-2079-4DF4-AE57-DB4E8D142E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90D6C3F7-AC49-4EC0-B764-EB8878026F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650411"/>
            <a:ext cx="7297093" cy="1324402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3C2D94D8-6E8D-42F5-8E3A-31E4AED979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2362089"/>
            <a:ext cx="4234004" cy="2893558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C6A87B62-910A-4945-91F1-800C4992B6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3525" y="2308680"/>
            <a:ext cx="6238875" cy="3000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27264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E201300-A14A-4E50-93C3-A41BB25833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4800" dirty="0">
                <a:solidFill>
                  <a:srgbClr val="C00000"/>
                </a:solidFill>
                <a:latin typeface="+mn-lt"/>
              </a:rPr>
              <a:t>Секретные команды для Бота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F54E7C3-D8DB-4B3B-B37C-96DBDEBE1F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Привет, бот</a:t>
            </a:r>
          </a:p>
          <a:p>
            <a:r>
              <a:rPr lang="ru-RU" dirty="0"/>
              <a:t>Сделай мне сайт</a:t>
            </a:r>
          </a:p>
          <a:p>
            <a:r>
              <a:rPr lang="ru-RU" dirty="0"/>
              <a:t>Аська</a:t>
            </a:r>
          </a:p>
          <a:p>
            <a:r>
              <a:rPr lang="ru-RU" dirty="0"/>
              <a:t>Любимый фильм</a:t>
            </a:r>
          </a:p>
          <a:p>
            <a:r>
              <a:rPr lang="ru-RU" dirty="0"/>
              <a:t>Сколько у тебя денег</a:t>
            </a:r>
          </a:p>
          <a:p>
            <a:r>
              <a:rPr lang="ru-RU" dirty="0"/>
              <a:t>Секрет</a:t>
            </a:r>
          </a:p>
        </p:txBody>
      </p:sp>
    </p:spTree>
    <p:extLst>
      <p:ext uri="{BB962C8B-B14F-4D97-AF65-F5344CB8AC3E}">
        <p14:creationId xmlns:p14="http://schemas.microsoft.com/office/powerpoint/2010/main" val="11093090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ru-RU" dirty="0">
                <a:solidFill>
                  <a:srgbClr val="C00000"/>
                </a:solidFill>
                <a:latin typeface="+mn-lt"/>
              </a:rPr>
              <a:t>Планы по улучшению </a:t>
            </a:r>
          </a:p>
        </p:txBody>
      </p:sp>
      <p:sp>
        <p:nvSpPr>
          <p:cNvPr id="2" name="Объект 1"/>
          <p:cNvSpPr>
            <a:spLocks noGrp="1"/>
          </p:cNvSpPr>
          <p:nvPr>
            <p:ph idx="1"/>
          </p:nvPr>
        </p:nvSpPr>
        <p:spPr>
          <a:xfrm>
            <a:off x="609600" y="2386502"/>
            <a:ext cx="10972800" cy="4389120"/>
          </a:xfrm>
        </p:spPr>
        <p:txBody>
          <a:bodyPr rtlCol="0">
            <a:normAutofit/>
          </a:bodyPr>
          <a:lstStyle/>
          <a:p>
            <a:r>
              <a:rPr lang="ru-RU" sz="3000" dirty="0"/>
              <a:t>Голосовой ввод</a:t>
            </a:r>
          </a:p>
          <a:p>
            <a:r>
              <a:rPr lang="ru-RU" sz="3000" dirty="0"/>
              <a:t>Графики</a:t>
            </a:r>
          </a:p>
          <a:p>
            <a:r>
              <a:rPr lang="ru-RU" sz="3000" dirty="0"/>
              <a:t>Криптовалюты</a:t>
            </a:r>
          </a:p>
          <a:p>
            <a:r>
              <a:rPr lang="ru-RU" sz="3000" dirty="0"/>
              <a:t>Кредитный калькулятор</a:t>
            </a:r>
          </a:p>
          <a:p>
            <a:r>
              <a:rPr lang="ru-RU" sz="3000" dirty="0"/>
              <a:t>Восстановление пароля</a:t>
            </a:r>
          </a:p>
        </p:txBody>
      </p:sp>
    </p:spTree>
    <p:extLst>
      <p:ext uri="{BB962C8B-B14F-4D97-AF65-F5344CB8AC3E}">
        <p14:creationId xmlns:p14="http://schemas.microsoft.com/office/powerpoint/2010/main" val="1126065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424249" y="446903"/>
            <a:ext cx="10972800" cy="1143000"/>
          </a:xfrm>
        </p:spPr>
        <p:txBody>
          <a:bodyPr rtlCol="0"/>
          <a:lstStyle/>
          <a:p>
            <a:pPr rtl="0"/>
            <a:r>
              <a:rPr lang="ru-RU" dirty="0">
                <a:solidFill>
                  <a:srgbClr val="C00000"/>
                </a:solidFill>
                <a:latin typeface="+mn-lt"/>
              </a:rPr>
              <a:t>Итоги</a:t>
            </a:r>
          </a:p>
        </p:txBody>
      </p:sp>
      <p:sp>
        <p:nvSpPr>
          <p:cNvPr id="2" name="Объект 1"/>
          <p:cNvSpPr>
            <a:spLocks noGrp="1"/>
          </p:cNvSpPr>
          <p:nvPr>
            <p:ph idx="1"/>
          </p:nvPr>
        </p:nvSpPr>
        <p:spPr>
          <a:xfrm>
            <a:off x="424249" y="2021977"/>
            <a:ext cx="6347254" cy="4389120"/>
          </a:xfrm>
        </p:spPr>
        <p:txBody>
          <a:bodyPr rtlCol="0">
            <a:normAutofit fontScale="85000" lnSpcReduction="20000"/>
          </a:bodyPr>
          <a:lstStyle/>
          <a:p>
            <a:pPr rtl="0"/>
            <a:r>
              <a:rPr lang="ru-RU" dirty="0"/>
              <a:t>✅ РАБОТАЕТ ВСЁ:</a:t>
            </a:r>
          </a:p>
          <a:p>
            <a:pPr rtl="0"/>
            <a:endParaRPr lang="ru-RU" dirty="0"/>
          </a:p>
          <a:p>
            <a:pPr rtl="0"/>
            <a:r>
              <a:rPr lang="ru-RU" dirty="0"/>
              <a:t>🤖 Умный чат-бот</a:t>
            </a:r>
          </a:p>
          <a:p>
            <a:pPr rtl="0"/>
            <a:endParaRPr lang="ru-RU" dirty="0"/>
          </a:p>
          <a:p>
            <a:pPr rtl="0"/>
            <a:r>
              <a:rPr lang="ru-RU" dirty="0"/>
              <a:t>💰 Курсы валют</a:t>
            </a:r>
          </a:p>
          <a:p>
            <a:pPr rtl="0"/>
            <a:endParaRPr lang="ru-RU" dirty="0"/>
          </a:p>
          <a:p>
            <a:pPr rtl="0"/>
            <a:r>
              <a:rPr lang="ru-RU" dirty="0"/>
              <a:t>💱 Конвертер (9 валют)</a:t>
            </a:r>
          </a:p>
          <a:p>
            <a:pPr rtl="0"/>
            <a:endParaRPr lang="ru-RU" dirty="0"/>
          </a:p>
          <a:p>
            <a:pPr rtl="0"/>
            <a:r>
              <a:rPr lang="ru-RU" dirty="0"/>
              <a:t>🧮 Калькулятор вклада</a:t>
            </a:r>
          </a:p>
          <a:p>
            <a:pPr rtl="0"/>
            <a:endParaRPr lang="ru-RU" dirty="0"/>
          </a:p>
          <a:p>
            <a:pPr rtl="0"/>
            <a:r>
              <a:rPr lang="ru-RU" dirty="0"/>
              <a:t>📝 Пользовательские статьи</a:t>
            </a:r>
          </a:p>
          <a:p>
            <a:pPr rtl="0"/>
            <a:endParaRPr lang="ru-RU" dirty="0"/>
          </a:p>
          <a:p>
            <a:pPr rtl="0"/>
            <a:r>
              <a:rPr lang="ru-RU" dirty="0"/>
              <a:t>🔐 Вход</a:t>
            </a:r>
            <a:r>
              <a:rPr lang="en-US" dirty="0"/>
              <a:t>, </a:t>
            </a:r>
            <a:r>
              <a:rPr lang="ru-RU" dirty="0"/>
              <a:t>регистрация, </a:t>
            </a:r>
            <a:r>
              <a:rPr lang="en-US" dirty="0"/>
              <a:t>“</a:t>
            </a:r>
            <a:r>
              <a:rPr lang="ru-RU" dirty="0"/>
              <a:t>забыли пароль</a:t>
            </a:r>
            <a:r>
              <a:rPr lang="en-US" dirty="0"/>
              <a:t>”</a:t>
            </a:r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6FF675-7D41-A335-1C6A-561B3CBCAA32}"/>
              </a:ext>
            </a:extLst>
          </p:cNvPr>
          <p:cNvSpPr txBox="1"/>
          <p:nvPr/>
        </p:nvSpPr>
        <p:spPr>
          <a:xfrm>
            <a:off x="4780007" y="1947836"/>
            <a:ext cx="7411993" cy="178510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ru-RU" sz="2200" dirty="0"/>
              <a:t>🎯 УНИКАЛЬНОСТЬ ПРОЕКТА:</a:t>
            </a:r>
          </a:p>
          <a:p>
            <a:endParaRPr lang="ru-RU" sz="2200" dirty="0"/>
          </a:p>
          <a:p>
            <a:r>
              <a:rPr lang="ru-RU" sz="2200" dirty="0"/>
              <a:t>"Ретро-дизайн 2007 года + современные AI-технологии"</a:t>
            </a:r>
          </a:p>
          <a:p>
            <a:endParaRPr lang="ru-RU" sz="2200" dirty="0"/>
          </a:p>
          <a:p>
            <a:r>
              <a:rPr lang="ru-RU" sz="2200" dirty="0"/>
              <a:t>➕ Использованы все изученные технологии</a:t>
            </a:r>
          </a:p>
        </p:txBody>
      </p:sp>
    </p:spTree>
    <p:extLst>
      <p:ext uri="{BB962C8B-B14F-4D97-AF65-F5344CB8AC3E}">
        <p14:creationId xmlns:p14="http://schemas.microsoft.com/office/powerpoint/2010/main" val="20548808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Презентация мозгового штурма">
  <a:themeElements>
    <a:clrScheme name="Green">
      <a:dk1>
        <a:sysClr val="windowText" lastClr="000000"/>
      </a:dk1>
      <a:lt1>
        <a:sysClr val="window" lastClr="FFFFFF"/>
      </a:lt1>
      <a:dk2>
        <a:srgbClr val="455F51"/>
      </a:dk2>
      <a:lt2>
        <a:srgbClr val="E3DED1"/>
      </a:lt2>
      <a:accent1>
        <a:srgbClr val="549E39"/>
      </a:accent1>
      <a:accent2>
        <a:srgbClr val="8AB833"/>
      </a:accent2>
      <a:accent3>
        <a:srgbClr val="C0CF3A"/>
      </a:accent3>
      <a:accent4>
        <a:srgbClr val="029676"/>
      </a:accent4>
      <a:accent5>
        <a:srgbClr val="4AB5C4"/>
      </a:accent5>
      <a:accent6>
        <a:srgbClr val="0989B1"/>
      </a:accent6>
      <a:hlink>
        <a:srgbClr val="6B9F25"/>
      </a:hlink>
      <a:folHlink>
        <a:srgbClr val="BA6906"/>
      </a:folHlink>
    </a:clrScheme>
    <a:fontScheme name="Century Gothic-Palatino Linotyp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Palatino Linotype" panose="0204050205050503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400000"/>
              </a:schemeClr>
            </a:gs>
            <a:gs pos="25000">
              <a:schemeClr val="phClr">
                <a:tint val="83000"/>
                <a:satMod val="320000"/>
              </a:schemeClr>
            </a:gs>
            <a:gs pos="100000">
              <a:schemeClr val="phClr">
                <a:shade val="15000"/>
                <a:satMod val="320000"/>
              </a:schemeClr>
            </a:gs>
          </a:gsLst>
          <a:path path="circle">
            <a:fillToRect l="10000" t="110000" r="10000" b="100000"/>
          </a:path>
        </a:gradFill>
        <a:blipFill>
          <a:blip xmlns:r="http://schemas.openxmlformats.org/officeDocument/2006/relationships" r:embed="rId1">
            <a:duotone>
              <a:schemeClr val="phClr">
                <a:shade val="90000"/>
                <a:satMod val="150000"/>
              </a:schemeClr>
              <a:schemeClr val="phClr">
                <a:tint val="88000"/>
                <a:satMod val="150000"/>
              </a:schemeClr>
            </a:duotone>
          </a:blip>
          <a:tile tx="0" ty="0" sx="65000" sy="65000" flip="none" algn="tl"/>
        </a:blip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1">
          <a:schemeClr val="accent3"/>
        </a:lnRef>
        <a:fillRef idx="2">
          <a:schemeClr val="accent3"/>
        </a:fillRef>
        <a:effectRef idx="1">
          <a:schemeClr val="accent3"/>
        </a:effectRef>
        <a:fontRef idx="minor">
          <a:schemeClr val="dk1"/>
        </a:fontRef>
      </a:style>
    </a:spDef>
    <a:lnDef>
      <a:spPr/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>
          <a:solidFill>
            <a:schemeClr val="bg2"/>
          </a:solidFill>
        </a:ln>
      </a:spPr>
      <a:bodyPr wrap="none" rtlCol="0">
        <a:spAutoFit/>
      </a:bodyPr>
      <a:lstStyle>
        <a:defPPr>
          <a:defRPr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_15870845_TF03460637.potx" id="{F42726C0-6660-44EB-84CB-9AAEF4C07D5F}" vid="{C5E20908-8830-4429-B2D1-54A91E0450D7}"/>
    </a:ext>
  </a:extLst>
</a:theme>
</file>

<file path=ppt/theme/theme2.xml><?xml version="1.0" encoding="utf-8"?>
<a:theme xmlns:a="http://schemas.openxmlformats.org/drawingml/2006/main" name="Тема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Деловая презентация для мозгового штурма</Template>
  <TotalTime>84</TotalTime>
  <Words>375</Words>
  <Application>Microsoft Office PowerPoint</Application>
  <PresentationFormat>Широкоэкранный</PresentationFormat>
  <Paragraphs>119</Paragraphs>
  <Slides>10</Slides>
  <Notes>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6" baseType="lpstr">
      <vt:lpstr>Arial</vt:lpstr>
      <vt:lpstr>Calibri</vt:lpstr>
      <vt:lpstr>Century Gothic</vt:lpstr>
      <vt:lpstr>Palatino Linotype</vt:lpstr>
      <vt:lpstr>Wingdings 2</vt:lpstr>
      <vt:lpstr>Презентация мозгового штурма</vt:lpstr>
      <vt:lpstr>FinanceGuru.ru</vt:lpstr>
      <vt:lpstr>Что это за проект?</vt:lpstr>
      <vt:lpstr>     Что делает “Бот”?</vt:lpstr>
      <vt:lpstr>Работа с валютами</vt:lpstr>
      <vt:lpstr>Калькулятор банковского вклада</vt:lpstr>
      <vt:lpstr>Технические особенности </vt:lpstr>
      <vt:lpstr>Презентация PowerPoint</vt:lpstr>
      <vt:lpstr>Секретные команды для Бота</vt:lpstr>
      <vt:lpstr>Планы по улучшению </vt:lpstr>
      <vt:lpstr>Итоги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FinanceGuru.ru</dc:title>
  <dc:creator>юджин юджин</dc:creator>
  <cp:lastModifiedBy>Вервейко Дмитрий</cp:lastModifiedBy>
  <cp:revision>13</cp:revision>
  <dcterms:created xsi:type="dcterms:W3CDTF">2026-04-29T17:18:08Z</dcterms:created>
  <dcterms:modified xsi:type="dcterms:W3CDTF">2026-05-03T16:59:24Z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0x010100AA3F7D94069FF64A86F7DFF56D60E3BE</vt:lpwstr>
  </property>
  <property fmtid="{D5CDD505-2E9C-101B-9397-08002B2CF9AE}" pid="3" name="Order">
    <vt:r8>74069100</vt:r8>
  </property>
  <property fmtid="{D5CDD505-2E9C-101B-9397-08002B2CF9AE}" pid="4" name="HiddenCategoryTags">
    <vt:lpwstr/>
  </property>
  <property fmtid="{D5CDD505-2E9C-101B-9397-08002B2CF9AE}" pid="5" name="InternalTags">
    <vt:lpwstr/>
  </property>
  <property fmtid="{D5CDD505-2E9C-101B-9397-08002B2CF9AE}" pid="6" name="FeatureTags">
    <vt:lpwstr/>
  </property>
  <property fmtid="{D5CDD505-2E9C-101B-9397-08002B2CF9AE}" pid="7" name="LocalizationTags">
    <vt:lpwstr/>
  </property>
  <property fmtid="{D5CDD505-2E9C-101B-9397-08002B2CF9AE}" pid="8" name="CategoryTags">
    <vt:lpwstr/>
  </property>
  <property fmtid="{D5CDD505-2E9C-101B-9397-08002B2CF9AE}" pid="9" name="Applications">
    <vt:lpwstr/>
  </property>
  <property fmtid="{D5CDD505-2E9C-101B-9397-08002B2CF9AE}" pid="10" name="CampaignTags">
    <vt:lpwstr/>
  </property>
  <property fmtid="{D5CDD505-2E9C-101B-9397-08002B2CF9AE}" pid="11" name="ScenarioTags">
    <vt:lpwstr/>
  </property>
</Properties>
</file>